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9" r:id="rId4"/>
    <p:sldMasterId id="2147483716" r:id="rId5"/>
    <p:sldMasterId id="2147483722" r:id="rId6"/>
  </p:sldMasterIdLst>
  <p:notesMasterIdLst>
    <p:notesMasterId r:id="rId22"/>
  </p:notesMasterIdLst>
  <p:handoutMasterIdLst>
    <p:handoutMasterId r:id="rId23"/>
  </p:handoutMasterIdLst>
  <p:sldIdLst>
    <p:sldId id="294" r:id="rId7"/>
    <p:sldId id="349" r:id="rId8"/>
    <p:sldId id="2147483623" r:id="rId79"/>
    <p:sldId id="325" r:id="rId9"/>
    <p:sldId id="2147483616" r:id="rId10"/>
    <p:sldId id="2147483613" r:id="rId11"/>
    <p:sldId id="2147483624" r:id="rId80"/>
    <p:sldId id="2147483617" r:id="rId12"/>
    <p:sldId id="2147483618" r:id="rId13"/>
    <p:sldId id="329" r:id="rId14"/>
    <p:sldId id="2147483619" r:id="rId15"/>
    <p:sldId id="2147483610" r:id="rId16"/>
    <p:sldId id="2147483621" r:id="rId17"/>
    <p:sldId id="2147483620" r:id="rId18"/>
    <p:sldId id="2147483622" r:id="rId19"/>
    <p:sldId id="2147483614" r:id="rId20"/>
    <p:sldId id="2147483627" r:id="rId83"/>
    <p:sldId id="2147483628" r:id="rId84"/>
    <p:sldId id="2147483625" r:id="rId81"/>
    <p:sldId id="2147483629" r:id="rId85"/>
    <p:sldId id="2147483626" r:id="rId82"/>
    <p:sldId id="320" r:id="rId21"/>
  </p:sldIdLst>
  <p:sldSz cx="12192000" cy="6858000"/>
  <p:notesSz cx="6858000" cy="9144000"/>
  <p:custDataLst>
    <p:tags r:id="rId24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7DDF5801-A063-429A-AA4E-1969D62BAAAF}">
          <p14:sldIdLst>
            <p14:sldId id="294"/>
            <p14:sldId id="349"/>
            <p14:sldId id="325"/>
          </p14:sldIdLst>
        </p14:section>
        <p14:section name="مسار البرامج التدريبية" id="{61408B1E-9ABD-4980-AFCB-AD1538D06A3C}">
          <p14:sldIdLst>
            <p14:sldId id="2147483616"/>
            <p14:sldId id="2147483613"/>
            <p14:sldId id="2147483617"/>
            <p14:sldId id="2147483618"/>
            <p14:sldId id="329"/>
            <p14:sldId id="2147483619"/>
            <p14:sldId id="2147483610"/>
            <p14:sldId id="2147483621"/>
            <p14:sldId id="2147483620"/>
            <p14:sldId id="2147483622"/>
            <p14:sldId id="2147483614"/>
          </p14:sldIdLst>
        </p14:section>
        <p14:section name="نهاية العرض" id="{75E49240-5198-4F1A-8014-9FA6575A1508}">
          <p14:sldIdLst>
            <p14:sldId id="320"/>
          </p14:sldIdLst>
        </p14:section>
      </p14:sectionLst>
    </p:ext>
    <p:ext uri="{EFAFB233-063F-42B5-8137-9DF3F51BA10A}">
      <p15:sldGuideLst xmlns:p15="http://schemas.microsoft.com/office/powerpoint/2012/main">
        <p15:guide id="13" orient="horz" pos="696" userDrawn="1">
          <p15:clr>
            <a:srgbClr val="747775"/>
          </p15:clr>
        </p15:guide>
        <p15:guide id="14" pos="52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71" roundtripDataSignature="AMtx7mjAU0Y3v7DXlz+nN9JS6badfmPRrA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6CF5E13-138D-E1EB-EE38-9B74363BEEE7}" name="Rahaf Malahmeh (MiddleEast)" initials="R(" userId="S::rahaf.malahmeh@pwc.com::123d9b2d-8ec4-4166-836a-50dbd25760d9" providerId="AD"/>
  <p188:author id="{0B19A615-6F88-AD26-D565-AB44C93A3177}" name="Majd Al-Bdour (MiddleEast)" initials="M(" userId="S::majd.al-bdour@pwc.com::0c8a30ba-1a36-41bc-ac0d-cbace8bb5b9a" providerId="AD"/>
  <p188:author id="{81535754-E30A-F32C-A77B-C01E555E3DC2}" name="Abdullah A. Bin Jadid" initials="AB" userId="S::ajadid@dga.gov.sa::2088b910-735c-4925-93b2-2c6b2ba688e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haf Malahmeh (MiddleEast)" initials="" lastIdx="21" clrIdx="0"/>
  <p:cmAuthor id="1" name="Rahaf Malahmeh (MiddleEast)" initials="R(" lastIdx="22" clrIdx="1">
    <p:extLst>
      <p:ext uri="{19B8F6BF-5375-455C-9EA6-DF929625EA0E}">
        <p15:presenceInfo xmlns:p15="http://schemas.microsoft.com/office/powerpoint/2012/main" userId="S::rahaf.malahmeh@pwc.com::123d9b2d-8ec4-4166-836a-50dbd25760d9" providerId="AD"/>
      </p:ext>
    </p:extLst>
  </p:cmAuthor>
  <p:cmAuthor id="2" name="Majd Al-Bdour (MiddleEast)" initials="M(" lastIdx="1" clrIdx="2">
    <p:extLst>
      <p:ext uri="{19B8F6BF-5375-455C-9EA6-DF929625EA0E}">
        <p15:presenceInfo xmlns:p15="http://schemas.microsoft.com/office/powerpoint/2012/main" userId="S::majd.al-bdour@pwc.com::0c8a30ba-1a36-41bc-ac0d-cbace8bb5b9a" providerId="AD"/>
      </p:ext>
    </p:extLst>
  </p:cmAuthor>
  <p:cmAuthor id="3" name="Sara Al Hennawi (MiddleEast)" initials="" lastIdx="5" clrIdx="3">
    <p:extLst>
      <p:ext uri="{19B8F6BF-5375-455C-9EA6-DF929625EA0E}">
        <p15:presenceInfo xmlns:p15="http://schemas.microsoft.com/office/powerpoint/2012/main" userId="S::sara.al.hennawi@pwc.com::a3802152-1a38-47b3-8168-015baa731156" providerId="AD"/>
      </p:ext>
    </p:extLst>
  </p:cmAuthor>
  <p:cmAuthor id="4" name="Abdullah A. Bin Jadid" initials="AABJ" lastIdx="26" clrIdx="4">
    <p:extLst>
      <p:ext uri="{19B8F6BF-5375-455C-9EA6-DF929625EA0E}">
        <p15:presenceInfo xmlns:p15="http://schemas.microsoft.com/office/powerpoint/2012/main" userId="S::ajadid@dga.gov.sa::2088b910-735c-4925-93b2-2c6b2ba688e6" providerId="AD"/>
      </p:ext>
    </p:extLst>
  </p:cmAuthor>
  <p:cmAuthor id="5" name="Omniah A. Jadaan" initials="OAJ" lastIdx="1" clrIdx="5">
    <p:extLst>
      <p:ext uri="{19B8F6BF-5375-455C-9EA6-DF929625EA0E}">
        <p15:presenceInfo xmlns:p15="http://schemas.microsoft.com/office/powerpoint/2012/main" userId="S::ojadaan@dga.gov.sa::3a1fad94-7af4-4236-9eb4-cd7dd993ffec" providerId="AD"/>
      </p:ext>
    </p:extLst>
  </p:cmAuthor>
  <p:cmAuthor id="6" name="Bushra H. Alqahtani" initials="BA" lastIdx="1" clrIdx="6">
    <p:extLst>
      <p:ext uri="{19B8F6BF-5375-455C-9EA6-DF929625EA0E}">
        <p15:presenceInfo xmlns:p15="http://schemas.microsoft.com/office/powerpoint/2012/main" userId="S::bqahtani_p@dga.gov.sa::9801278f-7c10-49f7-8dc3-8e17a4faaf8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C182"/>
    <a:srgbClr val="159162"/>
    <a:srgbClr val="E9E8F0"/>
    <a:srgbClr val="2A206A"/>
    <a:srgbClr val="1C1352"/>
    <a:srgbClr val="EBF8F9"/>
    <a:srgbClr val="F5EFFB"/>
    <a:srgbClr val="00ABAF"/>
    <a:srgbClr val="817CD8"/>
    <a:srgbClr val="5C53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0FB067-D736-3F83-F5D4-E4E90BD61651}" v="5" dt="2026-07-29T23:05:00.378"/>
    <p1510:client id="{96EB358E-78C1-4667-9851-6EBE1DA651F7}" v="109" dt="2026-07-29T20:03:25.964"/>
    <p1510:client id="{E17976A6-0344-488F-FA83-5FC0D28B1195}" v="4" dt="2026-07-30T03:43:13.5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68" autoAdjust="0"/>
    <p:restoredTop sz="94670" autoAdjust="0"/>
  </p:normalViewPr>
  <p:slideViewPr>
    <p:cSldViewPr snapToGrid="0">
      <p:cViewPr varScale="1">
        <p:scale>
          <a:sx n="76" d="100"/>
          <a:sy n="76" d="100"/>
        </p:scale>
        <p:origin x="484" y="64"/>
      </p:cViewPr>
      <p:guideLst>
        <p:guide orient="horz" pos="696"/>
        <p:guide pos="52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2680" y="48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72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6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71" Type="http://customschemas.google.com/relationships/presentationmetadata" Target="metadata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75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ags" Target="tags/tag1.xml"/><Relationship Id="rId7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73" Type="http://schemas.openxmlformats.org/officeDocument/2006/relationships/presProps" Target="presProps.xml"/><Relationship Id="rId78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77" Type="http://schemas.microsoft.com/office/2015/10/relationships/revisionInfo" Target="revisionInfo.xml"/>  <Relationship Id="rId79" Type="http://schemas.openxmlformats.org/officeDocument/2006/relationships/slide" Target="slides/slide16.xml"/>
  <Relationship Id="rId80" Type="http://schemas.openxmlformats.org/officeDocument/2006/relationships/slide" Target="slides/slide17.xml"/>
  <Relationship Id="rId81" Type="http://schemas.openxmlformats.org/officeDocument/2006/relationships/slide" Target="slides/slide18.xml"/>
  <Relationship Id="rId82" Type="http://schemas.openxmlformats.org/officeDocument/2006/relationships/slide" Target="slides/slide19.xml"/>
  <Relationship Id="rId83" Type="http://schemas.openxmlformats.org/officeDocument/2006/relationships/slide" Target="slides/slide20.xml"/>
  <Relationship Id="rId84" Type="http://schemas.openxmlformats.org/officeDocument/2006/relationships/slide" Target="slides/slide21.xml"/>
  <Relationship Id="rId85" Type="http://schemas.openxmlformats.org/officeDocument/2006/relationships/slide" Target="slides/slide22.xml"/>
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8A867B-D7D3-4EDA-A3E0-67AB187A6C2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1FD7D4-7A9B-4602-B38F-56F603CC93C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D4A1D845-991A-4263-B27E-E8E262E8A34B}" type="datetimeFigureOut">
              <a:rPr lang="ar-SA" smtClean="0"/>
              <a:t>20/03/1448</a:t>
            </a:fld>
            <a:endParaRPr lang="ar-SA"/>
          </a:p>
        </p:txBody>
      </p:sp>
      <p:sp>
        <p:nvSpPr>
          <p:cNvPr id="4" name="SecloreFooter">
            <a:extLst>
              <a:ext uri="{FF2B5EF4-FFF2-40B4-BE49-F238E27FC236}">
                <a16:creationId xmlns:a16="http://schemas.microsoft.com/office/drawing/2014/main" id="{E4082563-6D51-40FA-BC06-63AE771A6B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68580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r>
              <a:rPr lang="en-US">
                <a:solidFill>
                  <a:srgbClr val="F0C231"/>
                </a:solidFill>
              </a:rPr>
              <a:t>Restricted - </a:t>
            </a:r>
            <a:r>
              <a:rPr lang="ar-SA">
                <a:solidFill>
                  <a:srgbClr val="F0C231"/>
                </a:solidFill>
              </a:rPr>
              <a:t>مقيد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FFF88-2A1A-4E70-9568-B72A7C240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EAE3F93F-AB96-48B1-BDA5-BC3425C02EF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555023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" name="SecloreFooter">
            <a:extLst>
              <a:ext uri="{FF2B5EF4-FFF2-40B4-BE49-F238E27FC236}">
                <a16:creationId xmlns:a16="http://schemas.microsoft.com/office/drawing/2014/main" id="{4302BA8B-D1CB-4231-9CD2-6F3897141E1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68580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rgbClr val="F0C231"/>
                </a:solidFill>
              </a:defRPr>
            </a:lvl1pPr>
          </a:lstStyle>
          <a:p>
            <a:r>
              <a:rPr lang="en-US"/>
              <a:t>Restricted - </a:t>
            </a:r>
            <a:r>
              <a:rPr lang="ar-SA"/>
              <a:t>مقيد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008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254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7021451-1387-4CA6-816F-3879F97B5CBC}" type="slidenum">
              <a:rPr kumimoji="0" lang="en-US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lang="en-US" sz="18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13958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7021451-1387-4CA6-816F-3879F97B5CBC}" type="slidenum">
              <a:rPr kumimoji="0" lang="en-US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lang="en-US" sz="18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06874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7021451-1387-4CA6-816F-3879F97B5CBC}" type="slidenum">
              <a:rPr kumimoji="0" lang="en-US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</a:t>
            </a:fld>
            <a:endParaRPr kumimoji="0" lang="en-US" sz="18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79916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41F58-B307-E8B2-2C25-42F54653F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B576B5-8447-1AD4-9F61-B8DB34CE2B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7DE9C9-FA81-430B-9D72-61B030429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33A3E-9B77-A548-C849-57D3DD734E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9499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7021451-1387-4CA6-816F-3879F97B5CBC}" type="slidenum">
              <a:rPr kumimoji="0" lang="en-US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</a:t>
            </a:fld>
            <a:endParaRPr kumimoji="0" lang="en-US" sz="18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44062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41F58-B307-E8B2-2C25-42F54653F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B576B5-8447-1AD4-9F61-B8DB34CE2B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7DE9C9-FA81-430B-9D72-61B030429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33A3E-9B77-A548-C849-57D3DD734E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8630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7021451-1387-4CA6-816F-3879F97B5CBC}" type="slidenum">
              <a:rPr kumimoji="0" lang="en-US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13</a:t>
            </a:fld>
            <a:endParaRPr kumimoji="0" lang="en-US" sz="18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51280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41F58-B307-E8B2-2C25-42F54653F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B576B5-8447-1AD4-9F61-B8DB34CE2B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7DE9C9-FA81-430B-9D72-61B030429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33A3E-9B77-A548-C849-57D3DD734E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31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6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6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9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ity skyline at night&#10;&#10;Description automatically generated">
            <a:extLst>
              <a:ext uri="{FF2B5EF4-FFF2-40B4-BE49-F238E27FC236}">
                <a16:creationId xmlns:a16="http://schemas.microsoft.com/office/drawing/2014/main" id="{0DD6C459-833C-0428-BD5A-4ACBF24E9F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9" y="0"/>
            <a:ext cx="12188391" cy="6858000"/>
          </a:xfrm>
          <a:prstGeom prst="rect">
            <a:avLst/>
          </a:prstGeom>
        </p:spPr>
      </p:pic>
      <p:sp>
        <p:nvSpPr>
          <p:cNvPr id="25" name="bg object 18">
            <a:extLst>
              <a:ext uri="{FF2B5EF4-FFF2-40B4-BE49-F238E27FC236}">
                <a16:creationId xmlns:a16="http://schemas.microsoft.com/office/drawing/2014/main" id="{2C5B4766-FD9E-489B-8B0A-363DAC4EFF2F}"/>
              </a:ext>
            </a:extLst>
          </p:cNvPr>
          <p:cNvSpPr/>
          <p:nvPr userDrawn="1"/>
        </p:nvSpPr>
        <p:spPr>
          <a:xfrm flipH="1" flipV="1">
            <a:off x="5" y="4813061"/>
            <a:ext cx="3981449" cy="2044939"/>
          </a:xfrm>
          <a:custGeom>
            <a:avLst/>
            <a:gdLst/>
            <a:ahLst/>
            <a:cxnLst/>
            <a:rect l="l" t="t" r="r" b="b"/>
            <a:pathLst>
              <a:path w="11308715" h="5808345">
                <a:moveTo>
                  <a:pt x="7575915" y="5304628"/>
                </a:moveTo>
                <a:lnTo>
                  <a:pt x="7618963" y="5334181"/>
                </a:lnTo>
                <a:lnTo>
                  <a:pt x="7662366" y="5362818"/>
                </a:lnTo>
                <a:lnTo>
                  <a:pt x="7706113" y="5390542"/>
                </a:lnTo>
                <a:lnTo>
                  <a:pt x="7750191" y="5417354"/>
                </a:lnTo>
                <a:lnTo>
                  <a:pt x="7794590" y="5443256"/>
                </a:lnTo>
                <a:lnTo>
                  <a:pt x="7839298" y="5468251"/>
                </a:lnTo>
                <a:lnTo>
                  <a:pt x="7884303" y="5492340"/>
                </a:lnTo>
                <a:lnTo>
                  <a:pt x="7929593" y="5515526"/>
                </a:lnTo>
                <a:lnTo>
                  <a:pt x="7975158" y="5537810"/>
                </a:lnTo>
                <a:lnTo>
                  <a:pt x="8020984" y="5559195"/>
                </a:lnTo>
                <a:lnTo>
                  <a:pt x="8067061" y="5579682"/>
                </a:lnTo>
                <a:lnTo>
                  <a:pt x="8113377" y="5599275"/>
                </a:lnTo>
                <a:lnTo>
                  <a:pt x="8159920" y="5617974"/>
                </a:lnTo>
                <a:lnTo>
                  <a:pt x="8206679" y="5635783"/>
                </a:lnTo>
                <a:lnTo>
                  <a:pt x="8253641" y="5652703"/>
                </a:lnTo>
                <a:lnTo>
                  <a:pt x="8300797" y="5668735"/>
                </a:lnTo>
                <a:lnTo>
                  <a:pt x="8348133" y="5683883"/>
                </a:lnTo>
                <a:lnTo>
                  <a:pt x="8395638" y="5698148"/>
                </a:lnTo>
                <a:lnTo>
                  <a:pt x="8443300" y="5711533"/>
                </a:lnTo>
                <a:lnTo>
                  <a:pt x="8491109" y="5724039"/>
                </a:lnTo>
                <a:lnTo>
                  <a:pt x="8539052" y="5735668"/>
                </a:lnTo>
                <a:lnTo>
                  <a:pt x="8587117" y="5746424"/>
                </a:lnTo>
                <a:lnTo>
                  <a:pt x="8635293" y="5756306"/>
                </a:lnTo>
                <a:lnTo>
                  <a:pt x="8683569" y="5765319"/>
                </a:lnTo>
                <a:lnTo>
                  <a:pt x="8731932" y="5773463"/>
                </a:lnTo>
                <a:lnTo>
                  <a:pt x="8780371" y="5780741"/>
                </a:lnTo>
                <a:lnTo>
                  <a:pt x="8828875" y="5787156"/>
                </a:lnTo>
                <a:lnTo>
                  <a:pt x="8877432" y="5792708"/>
                </a:lnTo>
                <a:lnTo>
                  <a:pt x="8926029" y="5797400"/>
                </a:lnTo>
                <a:lnTo>
                  <a:pt x="8974656" y="5801235"/>
                </a:lnTo>
                <a:lnTo>
                  <a:pt x="9023302" y="5804214"/>
                </a:lnTo>
                <a:lnTo>
                  <a:pt x="9071953" y="5806339"/>
                </a:lnTo>
                <a:lnTo>
                  <a:pt x="9120599" y="5807612"/>
                </a:lnTo>
                <a:lnTo>
                  <a:pt x="9169228" y="5808036"/>
                </a:lnTo>
                <a:lnTo>
                  <a:pt x="9217172" y="5807624"/>
                </a:lnTo>
                <a:lnTo>
                  <a:pt x="9265077" y="5806389"/>
                </a:lnTo>
                <a:lnTo>
                  <a:pt x="9312932" y="5804334"/>
                </a:lnTo>
                <a:lnTo>
                  <a:pt x="9360726" y="5801459"/>
                </a:lnTo>
                <a:lnTo>
                  <a:pt x="9408448" y="5797768"/>
                </a:lnTo>
                <a:lnTo>
                  <a:pt x="9456086" y="5793262"/>
                </a:lnTo>
                <a:lnTo>
                  <a:pt x="9503629" y="5787943"/>
                </a:lnTo>
                <a:lnTo>
                  <a:pt x="9551066" y="5781812"/>
                </a:lnTo>
                <a:lnTo>
                  <a:pt x="9598386" y="5774874"/>
                </a:lnTo>
                <a:lnTo>
                  <a:pt x="9645578" y="5767128"/>
                </a:lnTo>
                <a:lnTo>
                  <a:pt x="9692630" y="5758577"/>
                </a:lnTo>
                <a:lnTo>
                  <a:pt x="9739532" y="5749223"/>
                </a:lnTo>
                <a:lnTo>
                  <a:pt x="9786271" y="5739068"/>
                </a:lnTo>
                <a:lnTo>
                  <a:pt x="9832837" y="5728114"/>
                </a:lnTo>
                <a:lnTo>
                  <a:pt x="9879219" y="5716364"/>
                </a:lnTo>
                <a:lnTo>
                  <a:pt x="9925406" y="5703818"/>
                </a:lnTo>
                <a:lnTo>
                  <a:pt x="9971385" y="5690479"/>
                </a:lnTo>
                <a:lnTo>
                  <a:pt x="10017147" y="5676349"/>
                </a:lnTo>
                <a:lnTo>
                  <a:pt x="10062679" y="5661430"/>
                </a:lnTo>
                <a:lnTo>
                  <a:pt x="10107971" y="5645724"/>
                </a:lnTo>
                <a:lnTo>
                  <a:pt x="10153012" y="5629233"/>
                </a:lnTo>
                <a:lnTo>
                  <a:pt x="10197789" y="5611958"/>
                </a:lnTo>
                <a:lnTo>
                  <a:pt x="10242293" y="5593903"/>
                </a:lnTo>
                <a:lnTo>
                  <a:pt x="10286512" y="5575068"/>
                </a:lnTo>
                <a:lnTo>
                  <a:pt x="10330434" y="5555456"/>
                </a:lnTo>
                <a:lnTo>
                  <a:pt x="10374049" y="5535069"/>
                </a:lnTo>
                <a:lnTo>
                  <a:pt x="10417344" y="5513909"/>
                </a:lnTo>
                <a:lnTo>
                  <a:pt x="10460310" y="5491978"/>
                </a:lnTo>
                <a:lnTo>
                  <a:pt x="10502935" y="5469277"/>
                </a:lnTo>
                <a:lnTo>
                  <a:pt x="10545208" y="5445809"/>
                </a:lnTo>
                <a:lnTo>
                  <a:pt x="10587116" y="5421576"/>
                </a:lnTo>
                <a:lnTo>
                  <a:pt x="10628651" y="5396579"/>
                </a:lnTo>
                <a:lnTo>
                  <a:pt x="10669799" y="5370822"/>
                </a:lnTo>
                <a:lnTo>
                  <a:pt x="10710550" y="5344304"/>
                </a:lnTo>
                <a:lnTo>
                  <a:pt x="10750892" y="5317030"/>
                </a:lnTo>
                <a:lnTo>
                  <a:pt x="10790815" y="5289000"/>
                </a:lnTo>
                <a:lnTo>
                  <a:pt x="10830308" y="5260217"/>
                </a:lnTo>
                <a:lnTo>
                  <a:pt x="10869358" y="5230682"/>
                </a:lnTo>
                <a:lnTo>
                  <a:pt x="10907955" y="5200398"/>
                </a:lnTo>
                <a:lnTo>
                  <a:pt x="10946088" y="5169367"/>
                </a:lnTo>
                <a:lnTo>
                  <a:pt x="10983745" y="5137590"/>
                </a:lnTo>
                <a:lnTo>
                  <a:pt x="11020916" y="5105070"/>
                </a:lnTo>
                <a:lnTo>
                  <a:pt x="11057588" y="5071808"/>
                </a:lnTo>
                <a:lnTo>
                  <a:pt x="11093752" y="5037806"/>
                </a:lnTo>
                <a:lnTo>
                  <a:pt x="11129395" y="5003068"/>
                </a:lnTo>
                <a:lnTo>
                  <a:pt x="11164506" y="4967593"/>
                </a:lnTo>
                <a:lnTo>
                  <a:pt x="11199075" y="4931386"/>
                </a:lnTo>
                <a:lnTo>
                  <a:pt x="11233090" y="4894446"/>
                </a:lnTo>
                <a:lnTo>
                  <a:pt x="11266539" y="4856777"/>
                </a:lnTo>
                <a:lnTo>
                  <a:pt x="11299413" y="4818381"/>
                </a:lnTo>
                <a:lnTo>
                  <a:pt x="11308556" y="4807302"/>
                </a:lnTo>
              </a:path>
              <a:path w="11308715" h="5808345">
                <a:moveTo>
                  <a:pt x="0" y="0"/>
                </a:moveTo>
                <a:lnTo>
                  <a:pt x="7575915" y="5304628"/>
                </a:lnTo>
              </a:path>
            </a:pathLst>
          </a:custGeom>
          <a:ln w="31412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sz="1400"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3596FCA0-D110-453B-84DC-FAFFCDA5EA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41316" y="2657323"/>
            <a:ext cx="9063968" cy="735159"/>
          </a:xfrm>
        </p:spPr>
        <p:txBody>
          <a:bodyPr anchor="b">
            <a:normAutofit/>
          </a:bodyPr>
          <a:lstStyle>
            <a:lvl1pPr algn="r" rtl="1">
              <a:defRPr sz="3500" b="0">
                <a:solidFill>
                  <a:schemeClr val="bg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defRPr>
            </a:lvl1pPr>
          </a:lstStyle>
          <a:p>
            <a:r>
              <a:rPr lang="ar-SA"/>
              <a:t>عنوان الملف هنا</a:t>
            </a:r>
            <a:endParaRPr lang="en-PH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8FDC692C-A1F9-4C04-9528-B1F68E1E03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38042" y="3545564"/>
            <a:ext cx="9063968" cy="605656"/>
          </a:xfrm>
        </p:spPr>
        <p:txBody>
          <a:bodyPr>
            <a:normAutofit/>
          </a:bodyPr>
          <a:lstStyle>
            <a:lvl1pPr marL="0" indent="0" algn="r" rtl="1">
              <a:buNone/>
              <a:defRPr sz="2700" b="0">
                <a:solidFill>
                  <a:schemeClr val="accent1"/>
                </a:solidFill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ar-SA"/>
              <a:t>عنوان فرعي</a:t>
            </a:r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B85B45CC-64B3-4D0F-BC6D-2B6097C8F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58810" y="553556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1">
              <a:defRPr sz="1400">
                <a:solidFill>
                  <a:schemeClr val="bg1">
                    <a:alpha val="50000"/>
                  </a:schemeClr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defRPr>
            </a:lvl1pPr>
          </a:lstStyle>
          <a:p>
            <a:endParaRPr lang="en-PH"/>
          </a:p>
        </p:txBody>
      </p:sp>
      <p:sp>
        <p:nvSpPr>
          <p:cNvPr id="2" name="SecloreFooter">
            <a:extLst>
              <a:ext uri="{FF2B5EF4-FFF2-40B4-BE49-F238E27FC236}">
                <a16:creationId xmlns:a16="http://schemas.microsoft.com/office/drawing/2014/main" id="{4B87BF38-3B6A-438D-8F3D-9473454669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A7A31B55-A327-44F1-8304-303D26B05B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 flipH="1">
            <a:off x="8733134" y="-1265534"/>
            <a:ext cx="2193332" cy="4724401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F95B344-3801-4244-9B15-969DDECCB69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79177" y="578104"/>
            <a:ext cx="2122833" cy="652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169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">
    <p:bg>
      <p:bgPr>
        <a:solidFill>
          <a:srgbClr val="1C13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ity skyline at night&#10;&#10;Description automatically generated">
            <a:extLst>
              <a:ext uri="{FF2B5EF4-FFF2-40B4-BE49-F238E27FC236}">
                <a16:creationId xmlns:a16="http://schemas.microsoft.com/office/drawing/2014/main" id="{B959A952-7541-4DEF-A9AC-824292E6B8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9" y="0"/>
            <a:ext cx="1218839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3200038-6777-4A01-8942-9828DFA385EC}"/>
              </a:ext>
            </a:extLst>
          </p:cNvPr>
          <p:cNvSpPr/>
          <p:nvPr userDrawn="1"/>
        </p:nvSpPr>
        <p:spPr>
          <a:xfrm>
            <a:off x="0" y="0"/>
            <a:ext cx="12188391" cy="6858000"/>
          </a:xfrm>
          <a:prstGeom prst="rect">
            <a:avLst/>
          </a:prstGeom>
          <a:solidFill>
            <a:schemeClr val="accent4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6" name="bg object 18">
            <a:extLst>
              <a:ext uri="{FF2B5EF4-FFF2-40B4-BE49-F238E27FC236}">
                <a16:creationId xmlns:a16="http://schemas.microsoft.com/office/drawing/2014/main" id="{8B3E1A9C-C91A-4683-867F-A8DA4C8E4133}"/>
              </a:ext>
            </a:extLst>
          </p:cNvPr>
          <p:cNvSpPr/>
          <p:nvPr userDrawn="1"/>
        </p:nvSpPr>
        <p:spPr>
          <a:xfrm flipH="1">
            <a:off x="-12697" y="-18852"/>
            <a:ext cx="4076700" cy="2350572"/>
          </a:xfrm>
          <a:custGeom>
            <a:avLst/>
            <a:gdLst/>
            <a:ahLst/>
            <a:cxnLst/>
            <a:rect l="l" t="t" r="r" b="b"/>
            <a:pathLst>
              <a:path w="11308715" h="5808345">
                <a:moveTo>
                  <a:pt x="7575915" y="5304628"/>
                </a:moveTo>
                <a:lnTo>
                  <a:pt x="7618963" y="5334181"/>
                </a:lnTo>
                <a:lnTo>
                  <a:pt x="7662366" y="5362818"/>
                </a:lnTo>
                <a:lnTo>
                  <a:pt x="7706113" y="5390542"/>
                </a:lnTo>
                <a:lnTo>
                  <a:pt x="7750191" y="5417354"/>
                </a:lnTo>
                <a:lnTo>
                  <a:pt x="7794590" y="5443256"/>
                </a:lnTo>
                <a:lnTo>
                  <a:pt x="7839298" y="5468251"/>
                </a:lnTo>
                <a:lnTo>
                  <a:pt x="7884303" y="5492340"/>
                </a:lnTo>
                <a:lnTo>
                  <a:pt x="7929593" y="5515526"/>
                </a:lnTo>
                <a:lnTo>
                  <a:pt x="7975158" y="5537810"/>
                </a:lnTo>
                <a:lnTo>
                  <a:pt x="8020984" y="5559195"/>
                </a:lnTo>
                <a:lnTo>
                  <a:pt x="8067061" y="5579682"/>
                </a:lnTo>
                <a:lnTo>
                  <a:pt x="8113377" y="5599275"/>
                </a:lnTo>
                <a:lnTo>
                  <a:pt x="8159920" y="5617974"/>
                </a:lnTo>
                <a:lnTo>
                  <a:pt x="8206679" y="5635783"/>
                </a:lnTo>
                <a:lnTo>
                  <a:pt x="8253641" y="5652703"/>
                </a:lnTo>
                <a:lnTo>
                  <a:pt x="8300797" y="5668735"/>
                </a:lnTo>
                <a:lnTo>
                  <a:pt x="8348133" y="5683883"/>
                </a:lnTo>
                <a:lnTo>
                  <a:pt x="8395638" y="5698148"/>
                </a:lnTo>
                <a:lnTo>
                  <a:pt x="8443300" y="5711533"/>
                </a:lnTo>
                <a:lnTo>
                  <a:pt x="8491109" y="5724039"/>
                </a:lnTo>
                <a:lnTo>
                  <a:pt x="8539052" y="5735668"/>
                </a:lnTo>
                <a:lnTo>
                  <a:pt x="8587117" y="5746424"/>
                </a:lnTo>
                <a:lnTo>
                  <a:pt x="8635293" y="5756306"/>
                </a:lnTo>
                <a:lnTo>
                  <a:pt x="8683569" y="5765319"/>
                </a:lnTo>
                <a:lnTo>
                  <a:pt x="8731932" y="5773463"/>
                </a:lnTo>
                <a:lnTo>
                  <a:pt x="8780371" y="5780741"/>
                </a:lnTo>
                <a:lnTo>
                  <a:pt x="8828875" y="5787156"/>
                </a:lnTo>
                <a:lnTo>
                  <a:pt x="8877432" y="5792708"/>
                </a:lnTo>
                <a:lnTo>
                  <a:pt x="8926029" y="5797400"/>
                </a:lnTo>
                <a:lnTo>
                  <a:pt x="8974656" y="5801235"/>
                </a:lnTo>
                <a:lnTo>
                  <a:pt x="9023302" y="5804214"/>
                </a:lnTo>
                <a:lnTo>
                  <a:pt x="9071953" y="5806339"/>
                </a:lnTo>
                <a:lnTo>
                  <a:pt x="9120599" y="5807612"/>
                </a:lnTo>
                <a:lnTo>
                  <a:pt x="9169228" y="5808036"/>
                </a:lnTo>
                <a:lnTo>
                  <a:pt x="9217172" y="5807624"/>
                </a:lnTo>
                <a:lnTo>
                  <a:pt x="9265077" y="5806389"/>
                </a:lnTo>
                <a:lnTo>
                  <a:pt x="9312932" y="5804334"/>
                </a:lnTo>
                <a:lnTo>
                  <a:pt x="9360726" y="5801459"/>
                </a:lnTo>
                <a:lnTo>
                  <a:pt x="9408448" y="5797768"/>
                </a:lnTo>
                <a:lnTo>
                  <a:pt x="9456086" y="5793262"/>
                </a:lnTo>
                <a:lnTo>
                  <a:pt x="9503629" y="5787943"/>
                </a:lnTo>
                <a:lnTo>
                  <a:pt x="9551066" y="5781812"/>
                </a:lnTo>
                <a:lnTo>
                  <a:pt x="9598386" y="5774874"/>
                </a:lnTo>
                <a:lnTo>
                  <a:pt x="9645578" y="5767128"/>
                </a:lnTo>
                <a:lnTo>
                  <a:pt x="9692630" y="5758577"/>
                </a:lnTo>
                <a:lnTo>
                  <a:pt x="9739532" y="5749223"/>
                </a:lnTo>
                <a:lnTo>
                  <a:pt x="9786271" y="5739068"/>
                </a:lnTo>
                <a:lnTo>
                  <a:pt x="9832837" y="5728114"/>
                </a:lnTo>
                <a:lnTo>
                  <a:pt x="9879219" y="5716364"/>
                </a:lnTo>
                <a:lnTo>
                  <a:pt x="9925406" y="5703818"/>
                </a:lnTo>
                <a:lnTo>
                  <a:pt x="9971385" y="5690479"/>
                </a:lnTo>
                <a:lnTo>
                  <a:pt x="10017147" y="5676349"/>
                </a:lnTo>
                <a:lnTo>
                  <a:pt x="10062679" y="5661430"/>
                </a:lnTo>
                <a:lnTo>
                  <a:pt x="10107971" y="5645724"/>
                </a:lnTo>
                <a:lnTo>
                  <a:pt x="10153012" y="5629233"/>
                </a:lnTo>
                <a:lnTo>
                  <a:pt x="10197789" y="5611958"/>
                </a:lnTo>
                <a:lnTo>
                  <a:pt x="10242293" y="5593903"/>
                </a:lnTo>
                <a:lnTo>
                  <a:pt x="10286512" y="5575068"/>
                </a:lnTo>
                <a:lnTo>
                  <a:pt x="10330434" y="5555456"/>
                </a:lnTo>
                <a:lnTo>
                  <a:pt x="10374049" y="5535069"/>
                </a:lnTo>
                <a:lnTo>
                  <a:pt x="10417344" y="5513909"/>
                </a:lnTo>
                <a:lnTo>
                  <a:pt x="10460310" y="5491978"/>
                </a:lnTo>
                <a:lnTo>
                  <a:pt x="10502935" y="5469277"/>
                </a:lnTo>
                <a:lnTo>
                  <a:pt x="10545208" y="5445809"/>
                </a:lnTo>
                <a:lnTo>
                  <a:pt x="10587116" y="5421576"/>
                </a:lnTo>
                <a:lnTo>
                  <a:pt x="10628651" y="5396579"/>
                </a:lnTo>
                <a:lnTo>
                  <a:pt x="10669799" y="5370822"/>
                </a:lnTo>
                <a:lnTo>
                  <a:pt x="10710550" y="5344304"/>
                </a:lnTo>
                <a:lnTo>
                  <a:pt x="10750892" y="5317030"/>
                </a:lnTo>
                <a:lnTo>
                  <a:pt x="10790815" y="5289000"/>
                </a:lnTo>
                <a:lnTo>
                  <a:pt x="10830308" y="5260217"/>
                </a:lnTo>
                <a:lnTo>
                  <a:pt x="10869358" y="5230682"/>
                </a:lnTo>
                <a:lnTo>
                  <a:pt x="10907955" y="5200398"/>
                </a:lnTo>
                <a:lnTo>
                  <a:pt x="10946088" y="5169367"/>
                </a:lnTo>
                <a:lnTo>
                  <a:pt x="10983745" y="5137590"/>
                </a:lnTo>
                <a:lnTo>
                  <a:pt x="11020916" y="5105070"/>
                </a:lnTo>
                <a:lnTo>
                  <a:pt x="11057588" y="5071808"/>
                </a:lnTo>
                <a:lnTo>
                  <a:pt x="11093752" y="5037806"/>
                </a:lnTo>
                <a:lnTo>
                  <a:pt x="11129395" y="5003068"/>
                </a:lnTo>
                <a:lnTo>
                  <a:pt x="11164506" y="4967593"/>
                </a:lnTo>
                <a:lnTo>
                  <a:pt x="11199075" y="4931386"/>
                </a:lnTo>
                <a:lnTo>
                  <a:pt x="11233090" y="4894446"/>
                </a:lnTo>
                <a:lnTo>
                  <a:pt x="11266539" y="4856777"/>
                </a:lnTo>
                <a:lnTo>
                  <a:pt x="11299413" y="4818381"/>
                </a:lnTo>
                <a:lnTo>
                  <a:pt x="11308556" y="4807302"/>
                </a:lnTo>
              </a:path>
              <a:path w="11308715" h="5808345">
                <a:moveTo>
                  <a:pt x="0" y="0"/>
                </a:moveTo>
                <a:lnTo>
                  <a:pt x="7575915" y="5304628"/>
                </a:lnTo>
              </a:path>
            </a:pathLst>
          </a:custGeom>
          <a:ln w="31412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sz="1400" dirty="0"/>
          </a:p>
        </p:txBody>
      </p:sp>
      <p:sp>
        <p:nvSpPr>
          <p:cNvPr id="3" name="SecloreFooter">
            <a:extLst>
              <a:ext uri="{FF2B5EF4-FFF2-40B4-BE49-F238E27FC236}">
                <a16:creationId xmlns:a16="http://schemas.microsoft.com/office/drawing/2014/main" id="{593E93D2-0A75-4B32-A1E5-435D95DF52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</a:p>
        </p:txBody>
      </p:sp>
    </p:spTree>
    <p:extLst>
      <p:ext uri="{BB962C8B-B14F-4D97-AF65-F5344CB8AC3E}">
        <p14:creationId xmlns:p14="http://schemas.microsoft.com/office/powerpoint/2010/main" val="1254845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 separator option A">
    <p:bg>
      <p:bgPr>
        <a:solidFill>
          <a:srgbClr val="1C13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02DDC3F5-BC53-441D-98D9-E8687C2830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4197" b="15247"/>
          <a:stretch>
            <a:fillRect/>
          </a:stretch>
        </p:blipFill>
        <p:spPr>
          <a:xfrm>
            <a:off x="5047429" y="-1"/>
            <a:ext cx="7144572" cy="6858001"/>
          </a:xfrm>
          <a:prstGeom prst="rect">
            <a:avLst/>
          </a:prstGeom>
        </p:spPr>
      </p:pic>
      <p:sp>
        <p:nvSpPr>
          <p:cNvPr id="2" name="SecloreFooter">
            <a:extLst>
              <a:ext uri="{FF2B5EF4-FFF2-40B4-BE49-F238E27FC236}">
                <a16:creationId xmlns:a16="http://schemas.microsoft.com/office/drawing/2014/main" id="{684DA019-1BC0-4D35-A168-B04CF4E6F7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2A0B338-D6E2-4D8F-86CA-462467DE59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9819" y="3078165"/>
            <a:ext cx="9252364" cy="701675"/>
          </a:xfrm>
        </p:spPr>
        <p:txBody>
          <a:bodyPr anchor="ctr">
            <a:noAutofit/>
          </a:bodyPr>
          <a:lstStyle>
            <a:lvl1pPr algn="r" rtl="1">
              <a:lnSpc>
                <a:spcPct val="120000"/>
              </a:lnSpc>
              <a:defRPr sz="4000" b="0">
                <a:solidFill>
                  <a:schemeClr val="bg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defRPr>
            </a:lvl1pPr>
          </a:lstStyle>
          <a:p>
            <a:r>
              <a:rPr lang="ar-SA"/>
              <a:t>عنوان الشريحة الرئيسية – شكل أ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97570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ub separator opt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DBABD0F-EA05-4001-9D39-38DD1411DC38}"/>
              </a:ext>
            </a:extLst>
          </p:cNvPr>
          <p:cNvSpPr/>
          <p:nvPr userDrawn="1"/>
        </p:nvSpPr>
        <p:spPr>
          <a:xfrm>
            <a:off x="-262" y="3429001"/>
            <a:ext cx="6723388" cy="3429000"/>
          </a:xfrm>
          <a:custGeom>
            <a:avLst/>
            <a:gdLst>
              <a:gd name="connsiteX0" fmla="*/ 1115809 w 6723388"/>
              <a:gd name="connsiteY0" fmla="*/ 0 h 3429000"/>
              <a:gd name="connsiteX1" fmla="*/ 1155290 w 6723388"/>
              <a:gd name="connsiteY1" fmla="*/ 344 h 3429000"/>
              <a:gd name="connsiteX2" fmla="*/ 1194784 w 6723388"/>
              <a:gd name="connsiteY2" fmla="*/ 1378 h 3429000"/>
              <a:gd name="connsiteX3" fmla="*/ 1234283 w 6723388"/>
              <a:gd name="connsiteY3" fmla="*/ 3103 h 3429000"/>
              <a:gd name="connsiteX4" fmla="*/ 1273777 w 6723388"/>
              <a:gd name="connsiteY4" fmla="*/ 5521 h 3429000"/>
              <a:gd name="connsiteX5" fmla="*/ 1313256 w 6723388"/>
              <a:gd name="connsiteY5" fmla="*/ 8634 h 3429000"/>
              <a:gd name="connsiteX6" fmla="*/ 1352711 w 6723388"/>
              <a:gd name="connsiteY6" fmla="*/ 12443 h 3429000"/>
              <a:gd name="connsiteX7" fmla="*/ 1392133 w 6723388"/>
              <a:gd name="connsiteY7" fmla="*/ 16950 h 3429000"/>
              <a:gd name="connsiteX8" fmla="*/ 1431511 w 6723388"/>
              <a:gd name="connsiteY8" fmla="*/ 22157 h 3429000"/>
              <a:gd name="connsiteX9" fmla="*/ 1470837 w 6723388"/>
              <a:gd name="connsiteY9" fmla="*/ 28064 h 3429000"/>
              <a:gd name="connsiteX10" fmla="*/ 1510103 w 6723388"/>
              <a:gd name="connsiteY10" fmla="*/ 34677 h 3429000"/>
              <a:gd name="connsiteX11" fmla="*/ 1549296 w 6723388"/>
              <a:gd name="connsiteY11" fmla="*/ 41992 h 3429000"/>
              <a:gd name="connsiteX12" fmla="*/ 1588409 w 6723388"/>
              <a:gd name="connsiteY12" fmla="*/ 50015 h 3429000"/>
              <a:gd name="connsiteX13" fmla="*/ 1627432 w 6723388"/>
              <a:gd name="connsiteY13" fmla="*/ 58746 h 3429000"/>
              <a:gd name="connsiteX14" fmla="*/ 1666354 w 6723388"/>
              <a:gd name="connsiteY14" fmla="*/ 68185 h 3429000"/>
              <a:gd name="connsiteX15" fmla="*/ 1705168 w 6723388"/>
              <a:gd name="connsiteY15" fmla="*/ 78338 h 3429000"/>
              <a:gd name="connsiteX16" fmla="*/ 1743864 w 6723388"/>
              <a:gd name="connsiteY16" fmla="*/ 89202 h 3429000"/>
              <a:gd name="connsiteX17" fmla="*/ 1782432 w 6723388"/>
              <a:gd name="connsiteY17" fmla="*/ 100783 h 3429000"/>
              <a:gd name="connsiteX18" fmla="*/ 1820862 w 6723388"/>
              <a:gd name="connsiteY18" fmla="*/ 113079 h 3429000"/>
              <a:gd name="connsiteX19" fmla="*/ 1859147 w 6723388"/>
              <a:gd name="connsiteY19" fmla="*/ 126093 h 3429000"/>
              <a:gd name="connsiteX20" fmla="*/ 1897275 w 6723388"/>
              <a:gd name="connsiteY20" fmla="*/ 139829 h 3429000"/>
              <a:gd name="connsiteX21" fmla="*/ 1935237 w 6723388"/>
              <a:gd name="connsiteY21" fmla="*/ 154285 h 3429000"/>
              <a:gd name="connsiteX22" fmla="*/ 1973023 w 6723388"/>
              <a:gd name="connsiteY22" fmla="*/ 169464 h 3429000"/>
              <a:gd name="connsiteX23" fmla="*/ 2010625 w 6723388"/>
              <a:gd name="connsiteY23" fmla="*/ 185368 h 3429000"/>
              <a:gd name="connsiteX24" fmla="*/ 2048033 w 6723388"/>
              <a:gd name="connsiteY24" fmla="*/ 202001 h 3429000"/>
              <a:gd name="connsiteX25" fmla="*/ 2085238 w 6723388"/>
              <a:gd name="connsiteY25" fmla="*/ 219360 h 3429000"/>
              <a:gd name="connsiteX26" fmla="*/ 2122231 w 6723388"/>
              <a:gd name="connsiteY26" fmla="*/ 237450 h 3429000"/>
              <a:gd name="connsiteX27" fmla="*/ 2159001 w 6723388"/>
              <a:gd name="connsiteY27" fmla="*/ 256272 h 3429000"/>
              <a:gd name="connsiteX28" fmla="*/ 2195538 w 6723388"/>
              <a:gd name="connsiteY28" fmla="*/ 275827 h 3429000"/>
              <a:gd name="connsiteX29" fmla="*/ 2231835 w 6723388"/>
              <a:gd name="connsiteY29" fmla="*/ 296116 h 3429000"/>
              <a:gd name="connsiteX30" fmla="*/ 2267881 w 6723388"/>
              <a:gd name="connsiteY30" fmla="*/ 317143 h 3429000"/>
              <a:gd name="connsiteX31" fmla="*/ 2303667 w 6723388"/>
              <a:gd name="connsiteY31" fmla="*/ 338908 h 3429000"/>
              <a:gd name="connsiteX32" fmla="*/ 2339183 w 6723388"/>
              <a:gd name="connsiteY32" fmla="*/ 361414 h 3429000"/>
              <a:gd name="connsiteX33" fmla="*/ 2374421 w 6723388"/>
              <a:gd name="connsiteY33" fmla="*/ 384662 h 3429000"/>
              <a:gd name="connsiteX34" fmla="*/ 2409371 w 6723388"/>
              <a:gd name="connsiteY34" fmla="*/ 408652 h 3429000"/>
              <a:gd name="connsiteX35" fmla="*/ 6723388 w 6723388"/>
              <a:gd name="connsiteY35" fmla="*/ 3429000 h 3429000"/>
              <a:gd name="connsiteX36" fmla="*/ 5076881 w 6723388"/>
              <a:gd name="connsiteY36" fmla="*/ 3429000 h 3429000"/>
              <a:gd name="connsiteX37" fmla="*/ 5076881 w 6723388"/>
              <a:gd name="connsiteY37" fmla="*/ 3423547 h 3429000"/>
              <a:gd name="connsiteX38" fmla="*/ 0 w 6723388"/>
              <a:gd name="connsiteY38" fmla="*/ 3423547 h 3429000"/>
              <a:gd name="connsiteX39" fmla="*/ 0 w 6723388"/>
              <a:gd name="connsiteY39" fmla="*/ 293402 h 3429000"/>
              <a:gd name="connsiteX40" fmla="*/ 14194 w 6723388"/>
              <a:gd name="connsiteY40" fmla="*/ 285341 h 3429000"/>
              <a:gd name="connsiteX41" fmla="*/ 49297 w 6723388"/>
              <a:gd name="connsiteY41" fmla="*/ 266224 h 3429000"/>
              <a:gd name="connsiteX42" fmla="*/ 84694 w 6723388"/>
              <a:gd name="connsiteY42" fmla="*/ 247754 h 3429000"/>
              <a:gd name="connsiteX43" fmla="*/ 120372 w 6723388"/>
              <a:gd name="connsiteY43" fmla="*/ 229934 h 3429000"/>
              <a:gd name="connsiteX44" fmla="*/ 156324 w 6723388"/>
              <a:gd name="connsiteY44" fmla="*/ 212764 h 3429000"/>
              <a:gd name="connsiteX45" fmla="*/ 192539 w 6723388"/>
              <a:gd name="connsiteY45" fmla="*/ 196247 h 3429000"/>
              <a:gd name="connsiteX46" fmla="*/ 229008 w 6723388"/>
              <a:gd name="connsiteY46" fmla="*/ 180384 h 3429000"/>
              <a:gd name="connsiteX47" fmla="*/ 265724 w 6723388"/>
              <a:gd name="connsiteY47" fmla="*/ 165177 h 3429000"/>
              <a:gd name="connsiteX48" fmla="*/ 302672 w 6723388"/>
              <a:gd name="connsiteY48" fmla="*/ 150627 h 3429000"/>
              <a:gd name="connsiteX49" fmla="*/ 339846 w 6723388"/>
              <a:gd name="connsiteY49" fmla="*/ 136736 h 3429000"/>
              <a:gd name="connsiteX50" fmla="*/ 377236 w 6723388"/>
              <a:gd name="connsiteY50" fmla="*/ 123507 h 3429000"/>
              <a:gd name="connsiteX51" fmla="*/ 414830 w 6723388"/>
              <a:gd name="connsiteY51" fmla="*/ 110941 h 3429000"/>
              <a:gd name="connsiteX52" fmla="*/ 452622 w 6723388"/>
              <a:gd name="connsiteY52" fmla="*/ 99038 h 3429000"/>
              <a:gd name="connsiteX53" fmla="*/ 490601 w 6723388"/>
              <a:gd name="connsiteY53" fmla="*/ 87802 h 3429000"/>
              <a:gd name="connsiteX54" fmla="*/ 528757 w 6723388"/>
              <a:gd name="connsiteY54" fmla="*/ 77233 h 3429000"/>
              <a:gd name="connsiteX55" fmla="*/ 567081 w 6723388"/>
              <a:gd name="connsiteY55" fmla="*/ 67335 h 3429000"/>
              <a:gd name="connsiteX56" fmla="*/ 605562 w 6723388"/>
              <a:gd name="connsiteY56" fmla="*/ 58108 h 3429000"/>
              <a:gd name="connsiteX57" fmla="*/ 644192 w 6723388"/>
              <a:gd name="connsiteY57" fmla="*/ 49552 h 3429000"/>
              <a:gd name="connsiteX58" fmla="*/ 682960 w 6723388"/>
              <a:gd name="connsiteY58" fmla="*/ 41672 h 3429000"/>
              <a:gd name="connsiteX59" fmla="*/ 721857 w 6723388"/>
              <a:gd name="connsiteY59" fmla="*/ 34467 h 3429000"/>
              <a:gd name="connsiteX60" fmla="*/ 760874 w 6723388"/>
              <a:gd name="connsiteY60" fmla="*/ 27943 h 3429000"/>
              <a:gd name="connsiteX61" fmla="*/ 799999 w 6723388"/>
              <a:gd name="connsiteY61" fmla="*/ 22096 h 3429000"/>
              <a:gd name="connsiteX62" fmla="*/ 839226 w 6723388"/>
              <a:gd name="connsiteY62" fmla="*/ 16930 h 3429000"/>
              <a:gd name="connsiteX63" fmla="*/ 878543 w 6723388"/>
              <a:gd name="connsiteY63" fmla="*/ 12449 h 3429000"/>
              <a:gd name="connsiteX64" fmla="*/ 917941 w 6723388"/>
              <a:gd name="connsiteY64" fmla="*/ 8653 h 3429000"/>
              <a:gd name="connsiteX65" fmla="*/ 957411 w 6723388"/>
              <a:gd name="connsiteY65" fmla="*/ 5543 h 3429000"/>
              <a:gd name="connsiteX66" fmla="*/ 996942 w 6723388"/>
              <a:gd name="connsiteY66" fmla="*/ 3120 h 3429000"/>
              <a:gd name="connsiteX67" fmla="*/ 1036525 w 6723388"/>
              <a:gd name="connsiteY67" fmla="*/ 1389 h 3429000"/>
              <a:gd name="connsiteX68" fmla="*/ 1076151 w 6723388"/>
              <a:gd name="connsiteY68" fmla="*/ 348 h 3429000"/>
              <a:gd name="connsiteX69" fmla="*/ 1115809 w 6723388"/>
              <a:gd name="connsiteY69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6723388" h="3429000">
                <a:moveTo>
                  <a:pt x="1115809" y="0"/>
                </a:moveTo>
                <a:lnTo>
                  <a:pt x="1155290" y="344"/>
                </a:lnTo>
                <a:lnTo>
                  <a:pt x="1194784" y="1378"/>
                </a:lnTo>
                <a:lnTo>
                  <a:pt x="1234283" y="3103"/>
                </a:lnTo>
                <a:lnTo>
                  <a:pt x="1273777" y="5521"/>
                </a:lnTo>
                <a:lnTo>
                  <a:pt x="1313256" y="8634"/>
                </a:lnTo>
                <a:lnTo>
                  <a:pt x="1352711" y="12443"/>
                </a:lnTo>
                <a:lnTo>
                  <a:pt x="1392133" y="16950"/>
                </a:lnTo>
                <a:lnTo>
                  <a:pt x="1431511" y="22157"/>
                </a:lnTo>
                <a:lnTo>
                  <a:pt x="1470837" y="28064"/>
                </a:lnTo>
                <a:lnTo>
                  <a:pt x="1510103" y="34677"/>
                </a:lnTo>
                <a:lnTo>
                  <a:pt x="1549296" y="41992"/>
                </a:lnTo>
                <a:lnTo>
                  <a:pt x="1588409" y="50015"/>
                </a:lnTo>
                <a:lnTo>
                  <a:pt x="1627432" y="58746"/>
                </a:lnTo>
                <a:lnTo>
                  <a:pt x="1666354" y="68185"/>
                </a:lnTo>
                <a:lnTo>
                  <a:pt x="1705168" y="78338"/>
                </a:lnTo>
                <a:lnTo>
                  <a:pt x="1743864" y="89202"/>
                </a:lnTo>
                <a:lnTo>
                  <a:pt x="1782432" y="100783"/>
                </a:lnTo>
                <a:lnTo>
                  <a:pt x="1820862" y="113079"/>
                </a:lnTo>
                <a:lnTo>
                  <a:pt x="1859147" y="126093"/>
                </a:lnTo>
                <a:lnTo>
                  <a:pt x="1897275" y="139829"/>
                </a:lnTo>
                <a:lnTo>
                  <a:pt x="1935237" y="154285"/>
                </a:lnTo>
                <a:lnTo>
                  <a:pt x="1973023" y="169464"/>
                </a:lnTo>
                <a:lnTo>
                  <a:pt x="2010625" y="185368"/>
                </a:lnTo>
                <a:lnTo>
                  <a:pt x="2048033" y="202001"/>
                </a:lnTo>
                <a:lnTo>
                  <a:pt x="2085238" y="219360"/>
                </a:lnTo>
                <a:lnTo>
                  <a:pt x="2122231" y="237450"/>
                </a:lnTo>
                <a:lnTo>
                  <a:pt x="2159001" y="256272"/>
                </a:lnTo>
                <a:lnTo>
                  <a:pt x="2195538" y="275827"/>
                </a:lnTo>
                <a:lnTo>
                  <a:pt x="2231835" y="296116"/>
                </a:lnTo>
                <a:lnTo>
                  <a:pt x="2267881" y="317143"/>
                </a:lnTo>
                <a:lnTo>
                  <a:pt x="2303667" y="338908"/>
                </a:lnTo>
                <a:lnTo>
                  <a:pt x="2339183" y="361414"/>
                </a:lnTo>
                <a:lnTo>
                  <a:pt x="2374421" y="384662"/>
                </a:lnTo>
                <a:lnTo>
                  <a:pt x="2409371" y="408652"/>
                </a:lnTo>
                <a:lnTo>
                  <a:pt x="6723388" y="3429000"/>
                </a:lnTo>
                <a:lnTo>
                  <a:pt x="5076881" y="3429000"/>
                </a:lnTo>
                <a:lnTo>
                  <a:pt x="5076881" y="3423547"/>
                </a:lnTo>
                <a:lnTo>
                  <a:pt x="0" y="3423547"/>
                </a:lnTo>
                <a:lnTo>
                  <a:pt x="0" y="293402"/>
                </a:lnTo>
                <a:lnTo>
                  <a:pt x="14194" y="285341"/>
                </a:lnTo>
                <a:lnTo>
                  <a:pt x="49297" y="266224"/>
                </a:lnTo>
                <a:lnTo>
                  <a:pt x="84694" y="247754"/>
                </a:lnTo>
                <a:lnTo>
                  <a:pt x="120372" y="229934"/>
                </a:lnTo>
                <a:lnTo>
                  <a:pt x="156324" y="212764"/>
                </a:lnTo>
                <a:lnTo>
                  <a:pt x="192539" y="196247"/>
                </a:lnTo>
                <a:lnTo>
                  <a:pt x="229008" y="180384"/>
                </a:lnTo>
                <a:lnTo>
                  <a:pt x="265724" y="165177"/>
                </a:lnTo>
                <a:lnTo>
                  <a:pt x="302672" y="150627"/>
                </a:lnTo>
                <a:lnTo>
                  <a:pt x="339846" y="136736"/>
                </a:lnTo>
                <a:lnTo>
                  <a:pt x="377236" y="123507"/>
                </a:lnTo>
                <a:lnTo>
                  <a:pt x="414830" y="110941"/>
                </a:lnTo>
                <a:lnTo>
                  <a:pt x="452622" y="99038"/>
                </a:lnTo>
                <a:lnTo>
                  <a:pt x="490601" y="87802"/>
                </a:lnTo>
                <a:lnTo>
                  <a:pt x="528757" y="77233"/>
                </a:lnTo>
                <a:lnTo>
                  <a:pt x="567081" y="67335"/>
                </a:lnTo>
                <a:lnTo>
                  <a:pt x="605562" y="58108"/>
                </a:lnTo>
                <a:lnTo>
                  <a:pt x="644192" y="49552"/>
                </a:lnTo>
                <a:lnTo>
                  <a:pt x="682960" y="41672"/>
                </a:lnTo>
                <a:lnTo>
                  <a:pt x="721857" y="34467"/>
                </a:lnTo>
                <a:lnTo>
                  <a:pt x="760874" y="27943"/>
                </a:lnTo>
                <a:lnTo>
                  <a:pt x="799999" y="22096"/>
                </a:lnTo>
                <a:lnTo>
                  <a:pt x="839226" y="16930"/>
                </a:lnTo>
                <a:lnTo>
                  <a:pt x="878543" y="12449"/>
                </a:lnTo>
                <a:lnTo>
                  <a:pt x="917941" y="8653"/>
                </a:lnTo>
                <a:lnTo>
                  <a:pt x="957411" y="5543"/>
                </a:lnTo>
                <a:lnTo>
                  <a:pt x="996942" y="3120"/>
                </a:lnTo>
                <a:lnTo>
                  <a:pt x="1036525" y="1389"/>
                </a:lnTo>
                <a:lnTo>
                  <a:pt x="1076151" y="348"/>
                </a:lnTo>
                <a:lnTo>
                  <a:pt x="1115809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68690A5-C934-407D-87BA-1ACE449F8B13}"/>
              </a:ext>
            </a:extLst>
          </p:cNvPr>
          <p:cNvSpPr/>
          <p:nvPr userDrawn="1"/>
        </p:nvSpPr>
        <p:spPr>
          <a:xfrm>
            <a:off x="-262" y="6852549"/>
            <a:ext cx="5076881" cy="5453"/>
          </a:xfrm>
          <a:custGeom>
            <a:avLst/>
            <a:gdLst>
              <a:gd name="connsiteX0" fmla="*/ 0 w 5076881"/>
              <a:gd name="connsiteY0" fmla="*/ 0 h 5453"/>
              <a:gd name="connsiteX1" fmla="*/ 5076881 w 5076881"/>
              <a:gd name="connsiteY1" fmla="*/ 0 h 5453"/>
              <a:gd name="connsiteX2" fmla="*/ 5076881 w 5076881"/>
              <a:gd name="connsiteY2" fmla="*/ 5453 h 5453"/>
              <a:gd name="connsiteX3" fmla="*/ 0 w 5076881"/>
              <a:gd name="connsiteY3" fmla="*/ 5453 h 5453"/>
              <a:gd name="connsiteX4" fmla="*/ 0 w 5076881"/>
              <a:gd name="connsiteY4" fmla="*/ 0 h 5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76881" h="5453">
                <a:moveTo>
                  <a:pt x="0" y="0"/>
                </a:moveTo>
                <a:lnTo>
                  <a:pt x="5076881" y="0"/>
                </a:lnTo>
                <a:lnTo>
                  <a:pt x="5076881" y="5453"/>
                </a:lnTo>
                <a:lnTo>
                  <a:pt x="0" y="5453"/>
                </a:lnTo>
                <a:lnTo>
                  <a:pt x="0" y="0"/>
                </a:lnTo>
                <a:close/>
              </a:path>
            </a:pathLst>
          </a:custGeom>
          <a:solidFill>
            <a:srgbClr val="40B3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BCE6570-AB58-452B-B712-7412EA38834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1469818" y="3078163"/>
            <a:ext cx="9252364" cy="701675"/>
          </a:xfrm>
        </p:spPr>
        <p:txBody>
          <a:bodyPr anchor="b">
            <a:normAutofit/>
          </a:bodyPr>
          <a:lstStyle>
            <a:lvl1pPr algn="r" rtl="1">
              <a:lnSpc>
                <a:spcPct val="100000"/>
              </a:lnSpc>
              <a:defRPr sz="4000" b="0">
                <a:solidFill>
                  <a:schemeClr val="accent2"/>
                </a:solidFill>
              </a:defRPr>
            </a:lvl1pPr>
          </a:lstStyle>
          <a:p>
            <a:r>
              <a:rPr lang="ar-SA"/>
              <a:t>عنوان الفاصل الفرعي – شكل أ</a:t>
            </a:r>
            <a:endParaRPr lang="en-PH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D1868264-1F27-4726-AB66-C559742D3148}"/>
              </a:ext>
            </a:extLst>
          </p:cNvPr>
          <p:cNvSpPr/>
          <p:nvPr userDrawn="1"/>
        </p:nvSpPr>
        <p:spPr>
          <a:xfrm>
            <a:off x="-1" y="4241403"/>
            <a:ext cx="5500914" cy="2616597"/>
          </a:xfrm>
          <a:custGeom>
            <a:avLst/>
            <a:gdLst>
              <a:gd name="connsiteX0" fmla="*/ 1222325 w 5500914"/>
              <a:gd name="connsiteY0" fmla="*/ 0 h 2616597"/>
              <a:gd name="connsiteX1" fmla="*/ 1252448 w 5500914"/>
              <a:gd name="connsiteY1" fmla="*/ 263 h 2616597"/>
              <a:gd name="connsiteX2" fmla="*/ 1282583 w 5500914"/>
              <a:gd name="connsiteY2" fmla="*/ 1052 h 2616597"/>
              <a:gd name="connsiteX3" fmla="*/ 1312720 w 5500914"/>
              <a:gd name="connsiteY3" fmla="*/ 2368 h 2616597"/>
              <a:gd name="connsiteX4" fmla="*/ 1342854 w 5500914"/>
              <a:gd name="connsiteY4" fmla="*/ 4213 h 2616597"/>
              <a:gd name="connsiteX5" fmla="*/ 1372977 w 5500914"/>
              <a:gd name="connsiteY5" fmla="*/ 6588 h 2616597"/>
              <a:gd name="connsiteX6" fmla="*/ 1403081 w 5500914"/>
              <a:gd name="connsiteY6" fmla="*/ 9495 h 2616597"/>
              <a:gd name="connsiteX7" fmla="*/ 1433160 w 5500914"/>
              <a:gd name="connsiteY7" fmla="*/ 12934 h 2616597"/>
              <a:gd name="connsiteX8" fmla="*/ 1463206 w 5500914"/>
              <a:gd name="connsiteY8" fmla="*/ 16908 h 2616597"/>
              <a:gd name="connsiteX9" fmla="*/ 1493212 w 5500914"/>
              <a:gd name="connsiteY9" fmla="*/ 21415 h 2616597"/>
              <a:gd name="connsiteX10" fmla="*/ 1523171 w 5500914"/>
              <a:gd name="connsiteY10" fmla="*/ 26461 h 2616597"/>
              <a:gd name="connsiteX11" fmla="*/ 1553076 w 5500914"/>
              <a:gd name="connsiteY11" fmla="*/ 32043 h 2616597"/>
              <a:gd name="connsiteX12" fmla="*/ 1582919 w 5500914"/>
              <a:gd name="connsiteY12" fmla="*/ 38166 h 2616597"/>
              <a:gd name="connsiteX13" fmla="*/ 1612693 w 5500914"/>
              <a:gd name="connsiteY13" fmla="*/ 44828 h 2616597"/>
              <a:gd name="connsiteX14" fmla="*/ 1642391 w 5500914"/>
              <a:gd name="connsiteY14" fmla="*/ 52031 h 2616597"/>
              <a:gd name="connsiteX15" fmla="*/ 1672006 w 5500914"/>
              <a:gd name="connsiteY15" fmla="*/ 59778 h 2616597"/>
              <a:gd name="connsiteX16" fmla="*/ 1701531 w 5500914"/>
              <a:gd name="connsiteY16" fmla="*/ 68068 h 2616597"/>
              <a:gd name="connsiteX17" fmla="*/ 1730959 w 5500914"/>
              <a:gd name="connsiteY17" fmla="*/ 76905 h 2616597"/>
              <a:gd name="connsiteX18" fmla="*/ 1760281 w 5500914"/>
              <a:gd name="connsiteY18" fmla="*/ 86288 h 2616597"/>
              <a:gd name="connsiteX19" fmla="*/ 1789492 w 5500914"/>
              <a:gd name="connsiteY19" fmla="*/ 96219 h 2616597"/>
              <a:gd name="connsiteX20" fmla="*/ 1818584 w 5500914"/>
              <a:gd name="connsiteY20" fmla="*/ 106701 h 2616597"/>
              <a:gd name="connsiteX21" fmla="*/ 1847549 w 5500914"/>
              <a:gd name="connsiteY21" fmla="*/ 117732 h 2616597"/>
              <a:gd name="connsiteX22" fmla="*/ 1876380 w 5500914"/>
              <a:gd name="connsiteY22" fmla="*/ 129314 h 2616597"/>
              <a:gd name="connsiteX23" fmla="*/ 1905070 w 5500914"/>
              <a:gd name="connsiteY23" fmla="*/ 141451 h 2616597"/>
              <a:gd name="connsiteX24" fmla="*/ 1933612 w 5500914"/>
              <a:gd name="connsiteY24" fmla="*/ 154143 h 2616597"/>
              <a:gd name="connsiteX25" fmla="*/ 1962000 w 5500914"/>
              <a:gd name="connsiteY25" fmla="*/ 167389 h 2616597"/>
              <a:gd name="connsiteX26" fmla="*/ 1990226 w 5500914"/>
              <a:gd name="connsiteY26" fmla="*/ 181193 h 2616597"/>
              <a:gd name="connsiteX27" fmla="*/ 2018281 w 5500914"/>
              <a:gd name="connsiteY27" fmla="*/ 195556 h 2616597"/>
              <a:gd name="connsiteX28" fmla="*/ 2046159 w 5500914"/>
              <a:gd name="connsiteY28" fmla="*/ 210478 h 2616597"/>
              <a:gd name="connsiteX29" fmla="*/ 2073854 w 5500914"/>
              <a:gd name="connsiteY29" fmla="*/ 225960 h 2616597"/>
              <a:gd name="connsiteX30" fmla="*/ 2101357 w 5500914"/>
              <a:gd name="connsiteY30" fmla="*/ 242005 h 2616597"/>
              <a:gd name="connsiteX31" fmla="*/ 2128661 w 5500914"/>
              <a:gd name="connsiteY31" fmla="*/ 258614 h 2616597"/>
              <a:gd name="connsiteX32" fmla="*/ 2155761 w 5500914"/>
              <a:gd name="connsiteY32" fmla="*/ 275788 h 2616597"/>
              <a:gd name="connsiteX33" fmla="*/ 2182647 w 5500914"/>
              <a:gd name="connsiteY33" fmla="*/ 293527 h 2616597"/>
              <a:gd name="connsiteX34" fmla="*/ 2209314 w 5500914"/>
              <a:gd name="connsiteY34" fmla="*/ 311834 h 2616597"/>
              <a:gd name="connsiteX35" fmla="*/ 5500914 w 5500914"/>
              <a:gd name="connsiteY35" fmla="*/ 2616597 h 2616597"/>
              <a:gd name="connsiteX36" fmla="*/ 0 w 5500914"/>
              <a:gd name="connsiteY36" fmla="*/ 2616597 h 2616597"/>
              <a:gd name="connsiteX37" fmla="*/ 0 w 5500914"/>
              <a:gd name="connsiteY37" fmla="*/ 506812 h 2616597"/>
              <a:gd name="connsiteX38" fmla="*/ 11810 w 5500914"/>
              <a:gd name="connsiteY38" fmla="*/ 494949 h 2616597"/>
              <a:gd name="connsiteX39" fmla="*/ 34366 w 5500914"/>
              <a:gd name="connsiteY39" fmla="*/ 473108 h 2616597"/>
              <a:gd name="connsiteX40" fmla="*/ 57253 w 5500914"/>
              <a:gd name="connsiteY40" fmla="*/ 451741 h 2616597"/>
              <a:gd name="connsiteX41" fmla="*/ 80468 w 5500914"/>
              <a:gd name="connsiteY41" fmla="*/ 430850 h 2616597"/>
              <a:gd name="connsiteX42" fmla="*/ 104001 w 5500914"/>
              <a:gd name="connsiteY42" fmla="*/ 410434 h 2616597"/>
              <a:gd name="connsiteX43" fmla="*/ 127845 w 5500914"/>
              <a:gd name="connsiteY43" fmla="*/ 390499 h 2616597"/>
              <a:gd name="connsiteX44" fmla="*/ 151993 w 5500914"/>
              <a:gd name="connsiteY44" fmla="*/ 371043 h 2616597"/>
              <a:gd name="connsiteX45" fmla="*/ 176438 w 5500914"/>
              <a:gd name="connsiteY45" fmla="*/ 352068 h 2616597"/>
              <a:gd name="connsiteX46" fmla="*/ 201172 w 5500914"/>
              <a:gd name="connsiteY46" fmla="*/ 333574 h 2616597"/>
              <a:gd name="connsiteX47" fmla="*/ 226188 w 5500914"/>
              <a:gd name="connsiteY47" fmla="*/ 315565 h 2616597"/>
              <a:gd name="connsiteX48" fmla="*/ 251478 w 5500914"/>
              <a:gd name="connsiteY48" fmla="*/ 298041 h 2616597"/>
              <a:gd name="connsiteX49" fmla="*/ 277035 w 5500914"/>
              <a:gd name="connsiteY49" fmla="*/ 281002 h 2616597"/>
              <a:gd name="connsiteX50" fmla="*/ 302853 w 5500914"/>
              <a:gd name="connsiteY50" fmla="*/ 264452 h 2616597"/>
              <a:gd name="connsiteX51" fmla="*/ 328923 w 5500914"/>
              <a:gd name="connsiteY51" fmla="*/ 248390 h 2616597"/>
              <a:gd name="connsiteX52" fmla="*/ 355239 w 5500914"/>
              <a:gd name="connsiteY52" fmla="*/ 232819 h 2616597"/>
              <a:gd name="connsiteX53" fmla="*/ 381791 w 5500914"/>
              <a:gd name="connsiteY53" fmla="*/ 217738 h 2616597"/>
              <a:gd name="connsiteX54" fmla="*/ 408574 w 5500914"/>
              <a:gd name="connsiteY54" fmla="*/ 203150 h 2616597"/>
              <a:gd name="connsiteX55" fmla="*/ 435582 w 5500914"/>
              <a:gd name="connsiteY55" fmla="*/ 189056 h 2616597"/>
              <a:gd name="connsiteX56" fmla="*/ 462805 w 5500914"/>
              <a:gd name="connsiteY56" fmla="*/ 175458 h 2616597"/>
              <a:gd name="connsiteX57" fmla="*/ 490236 w 5500914"/>
              <a:gd name="connsiteY57" fmla="*/ 162356 h 2616597"/>
              <a:gd name="connsiteX58" fmla="*/ 517868 w 5500914"/>
              <a:gd name="connsiteY58" fmla="*/ 149752 h 2616597"/>
              <a:gd name="connsiteX59" fmla="*/ 545694 w 5500914"/>
              <a:gd name="connsiteY59" fmla="*/ 137647 h 2616597"/>
              <a:gd name="connsiteX60" fmla="*/ 573708 w 5500914"/>
              <a:gd name="connsiteY60" fmla="*/ 126043 h 2616597"/>
              <a:gd name="connsiteX61" fmla="*/ 601900 w 5500914"/>
              <a:gd name="connsiteY61" fmla="*/ 114940 h 2616597"/>
              <a:gd name="connsiteX62" fmla="*/ 630263 w 5500914"/>
              <a:gd name="connsiteY62" fmla="*/ 104341 h 2616597"/>
              <a:gd name="connsiteX63" fmla="*/ 658792 w 5500914"/>
              <a:gd name="connsiteY63" fmla="*/ 94246 h 2616597"/>
              <a:gd name="connsiteX64" fmla="*/ 687477 w 5500914"/>
              <a:gd name="connsiteY64" fmla="*/ 84657 h 2616597"/>
              <a:gd name="connsiteX65" fmla="*/ 716312 w 5500914"/>
              <a:gd name="connsiteY65" fmla="*/ 75574 h 2616597"/>
              <a:gd name="connsiteX66" fmla="*/ 745290 w 5500914"/>
              <a:gd name="connsiteY66" fmla="*/ 67000 h 2616597"/>
              <a:gd name="connsiteX67" fmla="*/ 774403 w 5500914"/>
              <a:gd name="connsiteY67" fmla="*/ 58935 h 2616597"/>
              <a:gd name="connsiteX68" fmla="*/ 803644 w 5500914"/>
              <a:gd name="connsiteY68" fmla="*/ 51382 h 2616597"/>
              <a:gd name="connsiteX69" fmla="*/ 833005 w 5500914"/>
              <a:gd name="connsiteY69" fmla="*/ 44341 h 2616597"/>
              <a:gd name="connsiteX70" fmla="*/ 862480 w 5500914"/>
              <a:gd name="connsiteY70" fmla="*/ 37812 h 2616597"/>
              <a:gd name="connsiteX71" fmla="*/ 892060 w 5500914"/>
              <a:gd name="connsiteY71" fmla="*/ 31799 h 2616597"/>
              <a:gd name="connsiteX72" fmla="*/ 921738 w 5500914"/>
              <a:gd name="connsiteY72" fmla="*/ 26301 h 2616597"/>
              <a:gd name="connsiteX73" fmla="*/ 951508 w 5500914"/>
              <a:gd name="connsiteY73" fmla="*/ 21323 h 2616597"/>
              <a:gd name="connsiteX74" fmla="*/ 981361 w 5500914"/>
              <a:gd name="connsiteY74" fmla="*/ 16861 h 2616597"/>
              <a:gd name="connsiteX75" fmla="*/ 1011291 w 5500914"/>
              <a:gd name="connsiteY75" fmla="*/ 12919 h 2616597"/>
              <a:gd name="connsiteX76" fmla="*/ 1041291 w 5500914"/>
              <a:gd name="connsiteY76" fmla="*/ 9500 h 2616597"/>
              <a:gd name="connsiteX77" fmla="*/ 1071351 w 5500914"/>
              <a:gd name="connsiteY77" fmla="*/ 6603 h 2616597"/>
              <a:gd name="connsiteX78" fmla="*/ 1101466 w 5500914"/>
              <a:gd name="connsiteY78" fmla="*/ 4230 h 2616597"/>
              <a:gd name="connsiteX79" fmla="*/ 1131629 w 5500914"/>
              <a:gd name="connsiteY79" fmla="*/ 2381 h 2616597"/>
              <a:gd name="connsiteX80" fmla="*/ 1161831 w 5500914"/>
              <a:gd name="connsiteY80" fmla="*/ 1060 h 2616597"/>
              <a:gd name="connsiteX81" fmla="*/ 1192065 w 5500914"/>
              <a:gd name="connsiteY81" fmla="*/ 266 h 2616597"/>
              <a:gd name="connsiteX82" fmla="*/ 1222325 w 5500914"/>
              <a:gd name="connsiteY82" fmla="*/ 0 h 2616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5500914" h="2616597">
                <a:moveTo>
                  <a:pt x="1222325" y="0"/>
                </a:moveTo>
                <a:lnTo>
                  <a:pt x="1252448" y="263"/>
                </a:lnTo>
                <a:lnTo>
                  <a:pt x="1282583" y="1052"/>
                </a:lnTo>
                <a:lnTo>
                  <a:pt x="1312720" y="2368"/>
                </a:lnTo>
                <a:lnTo>
                  <a:pt x="1342854" y="4213"/>
                </a:lnTo>
                <a:lnTo>
                  <a:pt x="1372977" y="6588"/>
                </a:lnTo>
                <a:lnTo>
                  <a:pt x="1403081" y="9495"/>
                </a:lnTo>
                <a:lnTo>
                  <a:pt x="1433160" y="12934"/>
                </a:lnTo>
                <a:lnTo>
                  <a:pt x="1463206" y="16908"/>
                </a:lnTo>
                <a:lnTo>
                  <a:pt x="1493212" y="21415"/>
                </a:lnTo>
                <a:lnTo>
                  <a:pt x="1523171" y="26461"/>
                </a:lnTo>
                <a:lnTo>
                  <a:pt x="1553076" y="32043"/>
                </a:lnTo>
                <a:lnTo>
                  <a:pt x="1582919" y="38166"/>
                </a:lnTo>
                <a:lnTo>
                  <a:pt x="1612693" y="44828"/>
                </a:lnTo>
                <a:lnTo>
                  <a:pt x="1642391" y="52031"/>
                </a:lnTo>
                <a:lnTo>
                  <a:pt x="1672006" y="59778"/>
                </a:lnTo>
                <a:lnTo>
                  <a:pt x="1701531" y="68068"/>
                </a:lnTo>
                <a:lnTo>
                  <a:pt x="1730959" y="76905"/>
                </a:lnTo>
                <a:lnTo>
                  <a:pt x="1760281" y="86288"/>
                </a:lnTo>
                <a:lnTo>
                  <a:pt x="1789492" y="96219"/>
                </a:lnTo>
                <a:lnTo>
                  <a:pt x="1818584" y="106701"/>
                </a:lnTo>
                <a:lnTo>
                  <a:pt x="1847549" y="117732"/>
                </a:lnTo>
                <a:lnTo>
                  <a:pt x="1876380" y="129314"/>
                </a:lnTo>
                <a:lnTo>
                  <a:pt x="1905070" y="141451"/>
                </a:lnTo>
                <a:lnTo>
                  <a:pt x="1933612" y="154143"/>
                </a:lnTo>
                <a:lnTo>
                  <a:pt x="1962000" y="167389"/>
                </a:lnTo>
                <a:lnTo>
                  <a:pt x="1990226" y="181193"/>
                </a:lnTo>
                <a:lnTo>
                  <a:pt x="2018281" y="195556"/>
                </a:lnTo>
                <a:lnTo>
                  <a:pt x="2046159" y="210478"/>
                </a:lnTo>
                <a:lnTo>
                  <a:pt x="2073854" y="225960"/>
                </a:lnTo>
                <a:lnTo>
                  <a:pt x="2101357" y="242005"/>
                </a:lnTo>
                <a:lnTo>
                  <a:pt x="2128661" y="258614"/>
                </a:lnTo>
                <a:lnTo>
                  <a:pt x="2155761" y="275788"/>
                </a:lnTo>
                <a:lnTo>
                  <a:pt x="2182647" y="293527"/>
                </a:lnTo>
                <a:lnTo>
                  <a:pt x="2209314" y="311834"/>
                </a:lnTo>
                <a:lnTo>
                  <a:pt x="5500914" y="2616597"/>
                </a:lnTo>
                <a:lnTo>
                  <a:pt x="0" y="2616597"/>
                </a:lnTo>
                <a:lnTo>
                  <a:pt x="0" y="506812"/>
                </a:lnTo>
                <a:lnTo>
                  <a:pt x="11810" y="494949"/>
                </a:lnTo>
                <a:lnTo>
                  <a:pt x="34366" y="473108"/>
                </a:lnTo>
                <a:lnTo>
                  <a:pt x="57253" y="451741"/>
                </a:lnTo>
                <a:lnTo>
                  <a:pt x="80468" y="430850"/>
                </a:lnTo>
                <a:lnTo>
                  <a:pt x="104001" y="410434"/>
                </a:lnTo>
                <a:lnTo>
                  <a:pt x="127845" y="390499"/>
                </a:lnTo>
                <a:lnTo>
                  <a:pt x="151993" y="371043"/>
                </a:lnTo>
                <a:lnTo>
                  <a:pt x="176438" y="352068"/>
                </a:lnTo>
                <a:lnTo>
                  <a:pt x="201172" y="333574"/>
                </a:lnTo>
                <a:lnTo>
                  <a:pt x="226188" y="315565"/>
                </a:lnTo>
                <a:lnTo>
                  <a:pt x="251478" y="298041"/>
                </a:lnTo>
                <a:lnTo>
                  <a:pt x="277035" y="281002"/>
                </a:lnTo>
                <a:lnTo>
                  <a:pt x="302853" y="264452"/>
                </a:lnTo>
                <a:lnTo>
                  <a:pt x="328923" y="248390"/>
                </a:lnTo>
                <a:lnTo>
                  <a:pt x="355239" y="232819"/>
                </a:lnTo>
                <a:lnTo>
                  <a:pt x="381791" y="217738"/>
                </a:lnTo>
                <a:lnTo>
                  <a:pt x="408574" y="203150"/>
                </a:lnTo>
                <a:lnTo>
                  <a:pt x="435582" y="189056"/>
                </a:lnTo>
                <a:lnTo>
                  <a:pt x="462805" y="175458"/>
                </a:lnTo>
                <a:lnTo>
                  <a:pt x="490236" y="162356"/>
                </a:lnTo>
                <a:lnTo>
                  <a:pt x="517868" y="149752"/>
                </a:lnTo>
                <a:lnTo>
                  <a:pt x="545694" y="137647"/>
                </a:lnTo>
                <a:lnTo>
                  <a:pt x="573708" y="126043"/>
                </a:lnTo>
                <a:lnTo>
                  <a:pt x="601900" y="114940"/>
                </a:lnTo>
                <a:lnTo>
                  <a:pt x="630263" y="104341"/>
                </a:lnTo>
                <a:lnTo>
                  <a:pt x="658792" y="94246"/>
                </a:lnTo>
                <a:lnTo>
                  <a:pt x="687477" y="84657"/>
                </a:lnTo>
                <a:lnTo>
                  <a:pt x="716312" y="75574"/>
                </a:lnTo>
                <a:lnTo>
                  <a:pt x="745290" y="67000"/>
                </a:lnTo>
                <a:lnTo>
                  <a:pt x="774403" y="58935"/>
                </a:lnTo>
                <a:lnTo>
                  <a:pt x="803644" y="51382"/>
                </a:lnTo>
                <a:lnTo>
                  <a:pt x="833005" y="44341"/>
                </a:lnTo>
                <a:lnTo>
                  <a:pt x="862480" y="37812"/>
                </a:lnTo>
                <a:lnTo>
                  <a:pt x="892060" y="31799"/>
                </a:lnTo>
                <a:lnTo>
                  <a:pt x="921738" y="26301"/>
                </a:lnTo>
                <a:lnTo>
                  <a:pt x="951508" y="21323"/>
                </a:lnTo>
                <a:lnTo>
                  <a:pt x="981361" y="16861"/>
                </a:lnTo>
                <a:lnTo>
                  <a:pt x="1011291" y="12919"/>
                </a:lnTo>
                <a:lnTo>
                  <a:pt x="1041291" y="9500"/>
                </a:lnTo>
                <a:lnTo>
                  <a:pt x="1071351" y="6603"/>
                </a:lnTo>
                <a:lnTo>
                  <a:pt x="1101466" y="4230"/>
                </a:lnTo>
                <a:lnTo>
                  <a:pt x="1131629" y="2381"/>
                </a:lnTo>
                <a:lnTo>
                  <a:pt x="1161831" y="1060"/>
                </a:lnTo>
                <a:lnTo>
                  <a:pt x="1192065" y="266"/>
                </a:lnTo>
                <a:lnTo>
                  <a:pt x="122232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BACDB29-B4FD-49B4-B71D-5E32A983BDAE}"/>
              </a:ext>
            </a:extLst>
          </p:cNvPr>
          <p:cNvSpPr/>
          <p:nvPr userDrawn="1"/>
        </p:nvSpPr>
        <p:spPr>
          <a:xfrm>
            <a:off x="-261" y="4374103"/>
            <a:ext cx="5332162" cy="2483897"/>
          </a:xfrm>
          <a:custGeom>
            <a:avLst/>
            <a:gdLst>
              <a:gd name="connsiteX0" fmla="*/ 1270560 w 5332162"/>
              <a:gd name="connsiteY0" fmla="*/ 0 h 2483897"/>
              <a:gd name="connsiteX1" fmla="*/ 1299156 w 5332162"/>
              <a:gd name="connsiteY1" fmla="*/ 249 h 2483897"/>
              <a:gd name="connsiteX2" fmla="*/ 1327762 w 5332162"/>
              <a:gd name="connsiteY2" fmla="*/ 998 h 2483897"/>
              <a:gd name="connsiteX3" fmla="*/ 1356371 w 5332162"/>
              <a:gd name="connsiteY3" fmla="*/ 2248 h 2483897"/>
              <a:gd name="connsiteX4" fmla="*/ 1384977 w 5332162"/>
              <a:gd name="connsiteY4" fmla="*/ 3999 h 2483897"/>
              <a:gd name="connsiteX5" fmla="*/ 1413572 w 5332162"/>
              <a:gd name="connsiteY5" fmla="*/ 6254 h 2483897"/>
              <a:gd name="connsiteX6" fmla="*/ 1442149 w 5332162"/>
              <a:gd name="connsiteY6" fmla="*/ 9013 h 2483897"/>
              <a:gd name="connsiteX7" fmla="*/ 1470703 w 5332162"/>
              <a:gd name="connsiteY7" fmla="*/ 12278 h 2483897"/>
              <a:gd name="connsiteX8" fmla="*/ 1499225 w 5332162"/>
              <a:gd name="connsiteY8" fmla="*/ 16050 h 2483897"/>
              <a:gd name="connsiteX9" fmla="*/ 1527709 w 5332162"/>
              <a:gd name="connsiteY9" fmla="*/ 20329 h 2483897"/>
              <a:gd name="connsiteX10" fmla="*/ 1556149 w 5332162"/>
              <a:gd name="connsiteY10" fmla="*/ 25119 h 2483897"/>
              <a:gd name="connsiteX11" fmla="*/ 1584537 w 5332162"/>
              <a:gd name="connsiteY11" fmla="*/ 30418 h 2483897"/>
              <a:gd name="connsiteX12" fmla="*/ 1612867 w 5332162"/>
              <a:gd name="connsiteY12" fmla="*/ 36230 h 2483897"/>
              <a:gd name="connsiteX13" fmla="*/ 1641131 w 5332162"/>
              <a:gd name="connsiteY13" fmla="*/ 42554 h 2483897"/>
              <a:gd name="connsiteX14" fmla="*/ 1669323 w 5332162"/>
              <a:gd name="connsiteY14" fmla="*/ 49392 h 2483897"/>
              <a:gd name="connsiteX15" fmla="*/ 1697436 w 5332162"/>
              <a:gd name="connsiteY15" fmla="*/ 56746 h 2483897"/>
              <a:gd name="connsiteX16" fmla="*/ 1725464 w 5332162"/>
              <a:gd name="connsiteY16" fmla="*/ 64616 h 2483897"/>
              <a:gd name="connsiteX17" fmla="*/ 1753399 w 5332162"/>
              <a:gd name="connsiteY17" fmla="*/ 73005 h 2483897"/>
              <a:gd name="connsiteX18" fmla="*/ 1781234 w 5332162"/>
              <a:gd name="connsiteY18" fmla="*/ 81912 h 2483897"/>
              <a:gd name="connsiteX19" fmla="*/ 1808964 w 5332162"/>
              <a:gd name="connsiteY19" fmla="*/ 91339 h 2483897"/>
              <a:gd name="connsiteX20" fmla="*/ 1836580 w 5332162"/>
              <a:gd name="connsiteY20" fmla="*/ 101289 h 2483897"/>
              <a:gd name="connsiteX21" fmla="*/ 1864076 w 5332162"/>
              <a:gd name="connsiteY21" fmla="*/ 111761 h 2483897"/>
              <a:gd name="connsiteX22" fmla="*/ 1891445 w 5332162"/>
              <a:gd name="connsiteY22" fmla="*/ 122756 h 2483897"/>
              <a:gd name="connsiteX23" fmla="*/ 1918680 w 5332162"/>
              <a:gd name="connsiteY23" fmla="*/ 134277 h 2483897"/>
              <a:gd name="connsiteX24" fmla="*/ 1945775 w 5332162"/>
              <a:gd name="connsiteY24" fmla="*/ 146325 h 2483897"/>
              <a:gd name="connsiteX25" fmla="*/ 1972723 w 5332162"/>
              <a:gd name="connsiteY25" fmla="*/ 158900 h 2483897"/>
              <a:gd name="connsiteX26" fmla="*/ 1999517 w 5332162"/>
              <a:gd name="connsiteY26" fmla="*/ 172004 h 2483897"/>
              <a:gd name="connsiteX27" fmla="*/ 2026150 w 5332162"/>
              <a:gd name="connsiteY27" fmla="*/ 185638 h 2483897"/>
              <a:gd name="connsiteX28" fmla="*/ 2052614 w 5332162"/>
              <a:gd name="connsiteY28" fmla="*/ 199803 h 2483897"/>
              <a:gd name="connsiteX29" fmla="*/ 2078904 w 5332162"/>
              <a:gd name="connsiteY29" fmla="*/ 214500 h 2483897"/>
              <a:gd name="connsiteX30" fmla="*/ 2105012 w 5332162"/>
              <a:gd name="connsiteY30" fmla="*/ 229732 h 2483897"/>
              <a:gd name="connsiteX31" fmla="*/ 2130932 w 5332162"/>
              <a:gd name="connsiteY31" fmla="*/ 245498 h 2483897"/>
              <a:gd name="connsiteX32" fmla="*/ 2156657 w 5332162"/>
              <a:gd name="connsiteY32" fmla="*/ 261801 h 2483897"/>
              <a:gd name="connsiteX33" fmla="*/ 2182180 w 5332162"/>
              <a:gd name="connsiteY33" fmla="*/ 278641 h 2483897"/>
              <a:gd name="connsiteX34" fmla="*/ 2207494 w 5332162"/>
              <a:gd name="connsiteY34" fmla="*/ 296019 h 2483897"/>
              <a:gd name="connsiteX35" fmla="*/ 5332162 w 5332162"/>
              <a:gd name="connsiteY35" fmla="*/ 2483897 h 2483897"/>
              <a:gd name="connsiteX36" fmla="*/ 0 w 5332162"/>
              <a:gd name="connsiteY36" fmla="*/ 2483897 h 2483897"/>
              <a:gd name="connsiteX37" fmla="*/ 0 w 5332162"/>
              <a:gd name="connsiteY37" fmla="*/ 603646 h 2483897"/>
              <a:gd name="connsiteX38" fmla="*/ 19369 w 5332162"/>
              <a:gd name="connsiteY38" fmla="*/ 580231 h 2483897"/>
              <a:gd name="connsiteX39" fmla="*/ 39094 w 5332162"/>
              <a:gd name="connsiteY39" fmla="*/ 557264 h 2483897"/>
              <a:gd name="connsiteX40" fmla="*/ 59170 w 5332162"/>
              <a:gd name="connsiteY40" fmla="*/ 534740 h 2483897"/>
              <a:gd name="connsiteX41" fmla="*/ 79590 w 5332162"/>
              <a:gd name="connsiteY41" fmla="*/ 512663 h 2483897"/>
              <a:gd name="connsiteX42" fmla="*/ 100348 w 5332162"/>
              <a:gd name="connsiteY42" fmla="*/ 491031 h 2483897"/>
              <a:gd name="connsiteX43" fmla="*/ 121436 w 5332162"/>
              <a:gd name="connsiteY43" fmla="*/ 469848 h 2483897"/>
              <a:gd name="connsiteX44" fmla="*/ 142848 w 5332162"/>
              <a:gd name="connsiteY44" fmla="*/ 449114 h 2483897"/>
              <a:gd name="connsiteX45" fmla="*/ 164575 w 5332162"/>
              <a:gd name="connsiteY45" fmla="*/ 428831 h 2483897"/>
              <a:gd name="connsiteX46" fmla="*/ 186612 w 5332162"/>
              <a:gd name="connsiteY46" fmla="*/ 408999 h 2483897"/>
              <a:gd name="connsiteX47" fmla="*/ 208952 w 5332162"/>
              <a:gd name="connsiteY47" fmla="*/ 389619 h 2483897"/>
              <a:gd name="connsiteX48" fmla="*/ 231587 w 5332162"/>
              <a:gd name="connsiteY48" fmla="*/ 370695 h 2483897"/>
              <a:gd name="connsiteX49" fmla="*/ 254510 w 5332162"/>
              <a:gd name="connsiteY49" fmla="*/ 352225 h 2483897"/>
              <a:gd name="connsiteX50" fmla="*/ 277715 w 5332162"/>
              <a:gd name="connsiteY50" fmla="*/ 334213 h 2483897"/>
              <a:gd name="connsiteX51" fmla="*/ 301195 w 5332162"/>
              <a:gd name="connsiteY51" fmla="*/ 316657 h 2483897"/>
              <a:gd name="connsiteX52" fmla="*/ 324942 w 5332162"/>
              <a:gd name="connsiteY52" fmla="*/ 299561 h 2483897"/>
              <a:gd name="connsiteX53" fmla="*/ 348950 w 5332162"/>
              <a:gd name="connsiteY53" fmla="*/ 282926 h 2483897"/>
              <a:gd name="connsiteX54" fmla="*/ 373211 w 5332162"/>
              <a:gd name="connsiteY54" fmla="*/ 266751 h 2483897"/>
              <a:gd name="connsiteX55" fmla="*/ 397719 w 5332162"/>
              <a:gd name="connsiteY55" fmla="*/ 251040 h 2483897"/>
              <a:gd name="connsiteX56" fmla="*/ 422467 w 5332162"/>
              <a:gd name="connsiteY56" fmla="*/ 235793 h 2483897"/>
              <a:gd name="connsiteX57" fmla="*/ 447448 w 5332162"/>
              <a:gd name="connsiteY57" fmla="*/ 221011 h 2483897"/>
              <a:gd name="connsiteX58" fmla="*/ 472654 w 5332162"/>
              <a:gd name="connsiteY58" fmla="*/ 206695 h 2483897"/>
              <a:gd name="connsiteX59" fmla="*/ 498079 w 5332162"/>
              <a:gd name="connsiteY59" fmla="*/ 192847 h 2483897"/>
              <a:gd name="connsiteX60" fmla="*/ 523717 w 5332162"/>
              <a:gd name="connsiteY60" fmla="*/ 179468 h 2483897"/>
              <a:gd name="connsiteX61" fmla="*/ 549559 w 5332162"/>
              <a:gd name="connsiteY61" fmla="*/ 166559 h 2483897"/>
              <a:gd name="connsiteX62" fmla="*/ 575599 w 5332162"/>
              <a:gd name="connsiteY62" fmla="*/ 154122 h 2483897"/>
              <a:gd name="connsiteX63" fmla="*/ 601830 w 5332162"/>
              <a:gd name="connsiteY63" fmla="*/ 142157 h 2483897"/>
              <a:gd name="connsiteX64" fmla="*/ 628245 w 5332162"/>
              <a:gd name="connsiteY64" fmla="*/ 130666 h 2483897"/>
              <a:gd name="connsiteX65" fmla="*/ 654838 w 5332162"/>
              <a:gd name="connsiteY65" fmla="*/ 119651 h 2483897"/>
              <a:gd name="connsiteX66" fmla="*/ 681600 w 5332162"/>
              <a:gd name="connsiteY66" fmla="*/ 109111 h 2483897"/>
              <a:gd name="connsiteX67" fmla="*/ 708525 w 5332162"/>
              <a:gd name="connsiteY67" fmla="*/ 99049 h 2483897"/>
              <a:gd name="connsiteX68" fmla="*/ 735607 w 5332162"/>
              <a:gd name="connsiteY68" fmla="*/ 89466 h 2483897"/>
              <a:gd name="connsiteX69" fmla="*/ 762837 w 5332162"/>
              <a:gd name="connsiteY69" fmla="*/ 80363 h 2483897"/>
              <a:gd name="connsiteX70" fmla="*/ 790210 w 5332162"/>
              <a:gd name="connsiteY70" fmla="*/ 71741 h 2483897"/>
              <a:gd name="connsiteX71" fmla="*/ 817718 w 5332162"/>
              <a:gd name="connsiteY71" fmla="*/ 63602 h 2483897"/>
              <a:gd name="connsiteX72" fmla="*/ 845355 w 5332162"/>
              <a:gd name="connsiteY72" fmla="*/ 55946 h 2483897"/>
              <a:gd name="connsiteX73" fmla="*/ 873113 w 5332162"/>
              <a:gd name="connsiteY73" fmla="*/ 48776 h 2483897"/>
              <a:gd name="connsiteX74" fmla="*/ 900985 w 5332162"/>
              <a:gd name="connsiteY74" fmla="*/ 42092 h 2483897"/>
              <a:gd name="connsiteX75" fmla="*/ 928965 w 5332162"/>
              <a:gd name="connsiteY75" fmla="*/ 35894 h 2483897"/>
              <a:gd name="connsiteX76" fmla="*/ 957045 w 5332162"/>
              <a:gd name="connsiteY76" fmla="*/ 30186 h 2483897"/>
              <a:gd name="connsiteX77" fmla="*/ 985218 w 5332162"/>
              <a:gd name="connsiteY77" fmla="*/ 24967 h 2483897"/>
              <a:gd name="connsiteX78" fmla="*/ 1013478 w 5332162"/>
              <a:gd name="connsiteY78" fmla="*/ 20241 h 2483897"/>
              <a:gd name="connsiteX79" fmla="*/ 1041817 w 5332162"/>
              <a:gd name="connsiteY79" fmla="*/ 16006 h 2483897"/>
              <a:gd name="connsiteX80" fmla="*/ 1070229 w 5332162"/>
              <a:gd name="connsiteY80" fmla="*/ 12264 h 2483897"/>
              <a:gd name="connsiteX81" fmla="*/ 1098707 w 5332162"/>
              <a:gd name="connsiteY81" fmla="*/ 9018 h 2483897"/>
              <a:gd name="connsiteX82" fmla="*/ 1127243 w 5332162"/>
              <a:gd name="connsiteY82" fmla="*/ 6268 h 2483897"/>
              <a:gd name="connsiteX83" fmla="*/ 1155831 w 5332162"/>
              <a:gd name="connsiteY83" fmla="*/ 4015 h 2483897"/>
              <a:gd name="connsiteX84" fmla="*/ 1184464 w 5332162"/>
              <a:gd name="connsiteY84" fmla="*/ 2260 h 2483897"/>
              <a:gd name="connsiteX85" fmla="*/ 1213134 w 5332162"/>
              <a:gd name="connsiteY85" fmla="*/ 1006 h 2483897"/>
              <a:gd name="connsiteX86" fmla="*/ 1241835 w 5332162"/>
              <a:gd name="connsiteY86" fmla="*/ 252 h 2483897"/>
              <a:gd name="connsiteX87" fmla="*/ 1270560 w 5332162"/>
              <a:gd name="connsiteY87" fmla="*/ 0 h 2483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5332162" h="2483897">
                <a:moveTo>
                  <a:pt x="1270560" y="0"/>
                </a:moveTo>
                <a:lnTo>
                  <a:pt x="1299156" y="249"/>
                </a:lnTo>
                <a:lnTo>
                  <a:pt x="1327762" y="998"/>
                </a:lnTo>
                <a:lnTo>
                  <a:pt x="1356371" y="2248"/>
                </a:lnTo>
                <a:lnTo>
                  <a:pt x="1384977" y="3999"/>
                </a:lnTo>
                <a:lnTo>
                  <a:pt x="1413572" y="6254"/>
                </a:lnTo>
                <a:lnTo>
                  <a:pt x="1442149" y="9013"/>
                </a:lnTo>
                <a:lnTo>
                  <a:pt x="1470703" y="12278"/>
                </a:lnTo>
                <a:lnTo>
                  <a:pt x="1499225" y="16050"/>
                </a:lnTo>
                <a:lnTo>
                  <a:pt x="1527709" y="20329"/>
                </a:lnTo>
                <a:lnTo>
                  <a:pt x="1556149" y="25119"/>
                </a:lnTo>
                <a:lnTo>
                  <a:pt x="1584537" y="30418"/>
                </a:lnTo>
                <a:lnTo>
                  <a:pt x="1612867" y="36230"/>
                </a:lnTo>
                <a:lnTo>
                  <a:pt x="1641131" y="42554"/>
                </a:lnTo>
                <a:lnTo>
                  <a:pt x="1669323" y="49392"/>
                </a:lnTo>
                <a:lnTo>
                  <a:pt x="1697436" y="56746"/>
                </a:lnTo>
                <a:lnTo>
                  <a:pt x="1725464" y="64616"/>
                </a:lnTo>
                <a:lnTo>
                  <a:pt x="1753399" y="73005"/>
                </a:lnTo>
                <a:lnTo>
                  <a:pt x="1781234" y="81912"/>
                </a:lnTo>
                <a:lnTo>
                  <a:pt x="1808964" y="91339"/>
                </a:lnTo>
                <a:lnTo>
                  <a:pt x="1836580" y="101289"/>
                </a:lnTo>
                <a:lnTo>
                  <a:pt x="1864076" y="111761"/>
                </a:lnTo>
                <a:lnTo>
                  <a:pt x="1891445" y="122756"/>
                </a:lnTo>
                <a:lnTo>
                  <a:pt x="1918680" y="134277"/>
                </a:lnTo>
                <a:lnTo>
                  <a:pt x="1945775" y="146325"/>
                </a:lnTo>
                <a:lnTo>
                  <a:pt x="1972723" y="158900"/>
                </a:lnTo>
                <a:lnTo>
                  <a:pt x="1999517" y="172004"/>
                </a:lnTo>
                <a:lnTo>
                  <a:pt x="2026150" y="185638"/>
                </a:lnTo>
                <a:lnTo>
                  <a:pt x="2052614" y="199803"/>
                </a:lnTo>
                <a:lnTo>
                  <a:pt x="2078904" y="214500"/>
                </a:lnTo>
                <a:lnTo>
                  <a:pt x="2105012" y="229732"/>
                </a:lnTo>
                <a:lnTo>
                  <a:pt x="2130932" y="245498"/>
                </a:lnTo>
                <a:lnTo>
                  <a:pt x="2156657" y="261801"/>
                </a:lnTo>
                <a:lnTo>
                  <a:pt x="2182180" y="278641"/>
                </a:lnTo>
                <a:lnTo>
                  <a:pt x="2207494" y="296019"/>
                </a:lnTo>
                <a:lnTo>
                  <a:pt x="5332162" y="2483897"/>
                </a:lnTo>
                <a:lnTo>
                  <a:pt x="0" y="2483897"/>
                </a:lnTo>
                <a:lnTo>
                  <a:pt x="0" y="603646"/>
                </a:lnTo>
                <a:lnTo>
                  <a:pt x="19369" y="580231"/>
                </a:lnTo>
                <a:lnTo>
                  <a:pt x="39094" y="557264"/>
                </a:lnTo>
                <a:lnTo>
                  <a:pt x="59170" y="534740"/>
                </a:lnTo>
                <a:lnTo>
                  <a:pt x="79590" y="512663"/>
                </a:lnTo>
                <a:lnTo>
                  <a:pt x="100348" y="491031"/>
                </a:lnTo>
                <a:lnTo>
                  <a:pt x="121436" y="469848"/>
                </a:lnTo>
                <a:lnTo>
                  <a:pt x="142848" y="449114"/>
                </a:lnTo>
                <a:lnTo>
                  <a:pt x="164575" y="428831"/>
                </a:lnTo>
                <a:lnTo>
                  <a:pt x="186612" y="408999"/>
                </a:lnTo>
                <a:lnTo>
                  <a:pt x="208952" y="389619"/>
                </a:lnTo>
                <a:lnTo>
                  <a:pt x="231587" y="370695"/>
                </a:lnTo>
                <a:lnTo>
                  <a:pt x="254510" y="352225"/>
                </a:lnTo>
                <a:lnTo>
                  <a:pt x="277715" y="334213"/>
                </a:lnTo>
                <a:lnTo>
                  <a:pt x="301195" y="316657"/>
                </a:lnTo>
                <a:lnTo>
                  <a:pt x="324942" y="299561"/>
                </a:lnTo>
                <a:lnTo>
                  <a:pt x="348950" y="282926"/>
                </a:lnTo>
                <a:lnTo>
                  <a:pt x="373211" y="266751"/>
                </a:lnTo>
                <a:lnTo>
                  <a:pt x="397719" y="251040"/>
                </a:lnTo>
                <a:lnTo>
                  <a:pt x="422467" y="235793"/>
                </a:lnTo>
                <a:lnTo>
                  <a:pt x="447448" y="221011"/>
                </a:lnTo>
                <a:lnTo>
                  <a:pt x="472654" y="206695"/>
                </a:lnTo>
                <a:lnTo>
                  <a:pt x="498079" y="192847"/>
                </a:lnTo>
                <a:lnTo>
                  <a:pt x="523717" y="179468"/>
                </a:lnTo>
                <a:lnTo>
                  <a:pt x="549559" y="166559"/>
                </a:lnTo>
                <a:lnTo>
                  <a:pt x="575599" y="154122"/>
                </a:lnTo>
                <a:lnTo>
                  <a:pt x="601830" y="142157"/>
                </a:lnTo>
                <a:lnTo>
                  <a:pt x="628245" y="130666"/>
                </a:lnTo>
                <a:lnTo>
                  <a:pt x="654838" y="119651"/>
                </a:lnTo>
                <a:lnTo>
                  <a:pt x="681600" y="109111"/>
                </a:lnTo>
                <a:lnTo>
                  <a:pt x="708525" y="99049"/>
                </a:lnTo>
                <a:lnTo>
                  <a:pt x="735607" y="89466"/>
                </a:lnTo>
                <a:lnTo>
                  <a:pt x="762837" y="80363"/>
                </a:lnTo>
                <a:lnTo>
                  <a:pt x="790210" y="71741"/>
                </a:lnTo>
                <a:lnTo>
                  <a:pt x="817718" y="63602"/>
                </a:lnTo>
                <a:lnTo>
                  <a:pt x="845355" y="55946"/>
                </a:lnTo>
                <a:lnTo>
                  <a:pt x="873113" y="48776"/>
                </a:lnTo>
                <a:lnTo>
                  <a:pt x="900985" y="42092"/>
                </a:lnTo>
                <a:lnTo>
                  <a:pt x="928965" y="35894"/>
                </a:lnTo>
                <a:lnTo>
                  <a:pt x="957045" y="30186"/>
                </a:lnTo>
                <a:lnTo>
                  <a:pt x="985218" y="24967"/>
                </a:lnTo>
                <a:lnTo>
                  <a:pt x="1013478" y="20241"/>
                </a:lnTo>
                <a:lnTo>
                  <a:pt x="1041817" y="16006"/>
                </a:lnTo>
                <a:lnTo>
                  <a:pt x="1070229" y="12264"/>
                </a:lnTo>
                <a:lnTo>
                  <a:pt x="1098707" y="9018"/>
                </a:lnTo>
                <a:lnTo>
                  <a:pt x="1127243" y="6268"/>
                </a:lnTo>
                <a:lnTo>
                  <a:pt x="1155831" y="4015"/>
                </a:lnTo>
                <a:lnTo>
                  <a:pt x="1184464" y="2260"/>
                </a:lnTo>
                <a:lnTo>
                  <a:pt x="1213134" y="1006"/>
                </a:lnTo>
                <a:lnTo>
                  <a:pt x="1241835" y="252"/>
                </a:lnTo>
                <a:lnTo>
                  <a:pt x="1270560" y="0"/>
                </a:lnTo>
                <a:close/>
              </a:path>
            </a:pathLst>
          </a:custGeom>
          <a:solidFill>
            <a:srgbClr val="1C13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bg object 18">
            <a:extLst>
              <a:ext uri="{FF2B5EF4-FFF2-40B4-BE49-F238E27FC236}">
                <a16:creationId xmlns:a16="http://schemas.microsoft.com/office/drawing/2014/main" id="{07559BD1-2907-4F08-B454-AB18301BCEA0}"/>
              </a:ext>
            </a:extLst>
          </p:cNvPr>
          <p:cNvSpPr/>
          <p:nvPr userDrawn="1"/>
        </p:nvSpPr>
        <p:spPr>
          <a:xfrm>
            <a:off x="7350027" y="-18854"/>
            <a:ext cx="4851400" cy="2491760"/>
          </a:xfrm>
          <a:custGeom>
            <a:avLst/>
            <a:gdLst/>
            <a:ahLst/>
            <a:cxnLst/>
            <a:rect l="l" t="t" r="r" b="b"/>
            <a:pathLst>
              <a:path w="11308715" h="5808345">
                <a:moveTo>
                  <a:pt x="7575915" y="5304628"/>
                </a:moveTo>
                <a:lnTo>
                  <a:pt x="7618963" y="5334181"/>
                </a:lnTo>
                <a:lnTo>
                  <a:pt x="7662366" y="5362818"/>
                </a:lnTo>
                <a:lnTo>
                  <a:pt x="7706113" y="5390542"/>
                </a:lnTo>
                <a:lnTo>
                  <a:pt x="7750191" y="5417354"/>
                </a:lnTo>
                <a:lnTo>
                  <a:pt x="7794590" y="5443256"/>
                </a:lnTo>
                <a:lnTo>
                  <a:pt x="7839298" y="5468251"/>
                </a:lnTo>
                <a:lnTo>
                  <a:pt x="7884303" y="5492340"/>
                </a:lnTo>
                <a:lnTo>
                  <a:pt x="7929593" y="5515526"/>
                </a:lnTo>
                <a:lnTo>
                  <a:pt x="7975158" y="5537810"/>
                </a:lnTo>
                <a:lnTo>
                  <a:pt x="8020984" y="5559195"/>
                </a:lnTo>
                <a:lnTo>
                  <a:pt x="8067061" y="5579682"/>
                </a:lnTo>
                <a:lnTo>
                  <a:pt x="8113377" y="5599275"/>
                </a:lnTo>
                <a:lnTo>
                  <a:pt x="8159920" y="5617974"/>
                </a:lnTo>
                <a:lnTo>
                  <a:pt x="8206679" y="5635783"/>
                </a:lnTo>
                <a:lnTo>
                  <a:pt x="8253641" y="5652703"/>
                </a:lnTo>
                <a:lnTo>
                  <a:pt x="8300797" y="5668735"/>
                </a:lnTo>
                <a:lnTo>
                  <a:pt x="8348133" y="5683883"/>
                </a:lnTo>
                <a:lnTo>
                  <a:pt x="8395638" y="5698148"/>
                </a:lnTo>
                <a:lnTo>
                  <a:pt x="8443300" y="5711533"/>
                </a:lnTo>
                <a:lnTo>
                  <a:pt x="8491109" y="5724039"/>
                </a:lnTo>
                <a:lnTo>
                  <a:pt x="8539052" y="5735668"/>
                </a:lnTo>
                <a:lnTo>
                  <a:pt x="8587117" y="5746424"/>
                </a:lnTo>
                <a:lnTo>
                  <a:pt x="8635293" y="5756306"/>
                </a:lnTo>
                <a:lnTo>
                  <a:pt x="8683569" y="5765319"/>
                </a:lnTo>
                <a:lnTo>
                  <a:pt x="8731932" y="5773463"/>
                </a:lnTo>
                <a:lnTo>
                  <a:pt x="8780371" y="5780741"/>
                </a:lnTo>
                <a:lnTo>
                  <a:pt x="8828875" y="5787156"/>
                </a:lnTo>
                <a:lnTo>
                  <a:pt x="8877432" y="5792708"/>
                </a:lnTo>
                <a:lnTo>
                  <a:pt x="8926029" y="5797400"/>
                </a:lnTo>
                <a:lnTo>
                  <a:pt x="8974656" y="5801235"/>
                </a:lnTo>
                <a:lnTo>
                  <a:pt x="9023302" y="5804214"/>
                </a:lnTo>
                <a:lnTo>
                  <a:pt x="9071953" y="5806339"/>
                </a:lnTo>
                <a:lnTo>
                  <a:pt x="9120599" y="5807612"/>
                </a:lnTo>
                <a:lnTo>
                  <a:pt x="9169228" y="5808036"/>
                </a:lnTo>
                <a:lnTo>
                  <a:pt x="9217172" y="5807624"/>
                </a:lnTo>
                <a:lnTo>
                  <a:pt x="9265077" y="5806389"/>
                </a:lnTo>
                <a:lnTo>
                  <a:pt x="9312932" y="5804334"/>
                </a:lnTo>
                <a:lnTo>
                  <a:pt x="9360726" y="5801459"/>
                </a:lnTo>
                <a:lnTo>
                  <a:pt x="9408448" y="5797768"/>
                </a:lnTo>
                <a:lnTo>
                  <a:pt x="9456086" y="5793262"/>
                </a:lnTo>
                <a:lnTo>
                  <a:pt x="9503629" y="5787943"/>
                </a:lnTo>
                <a:lnTo>
                  <a:pt x="9551066" y="5781812"/>
                </a:lnTo>
                <a:lnTo>
                  <a:pt x="9598386" y="5774874"/>
                </a:lnTo>
                <a:lnTo>
                  <a:pt x="9645578" y="5767128"/>
                </a:lnTo>
                <a:lnTo>
                  <a:pt x="9692630" y="5758577"/>
                </a:lnTo>
                <a:lnTo>
                  <a:pt x="9739532" y="5749223"/>
                </a:lnTo>
                <a:lnTo>
                  <a:pt x="9786271" y="5739068"/>
                </a:lnTo>
                <a:lnTo>
                  <a:pt x="9832837" y="5728114"/>
                </a:lnTo>
                <a:lnTo>
                  <a:pt x="9879219" y="5716364"/>
                </a:lnTo>
                <a:lnTo>
                  <a:pt x="9925406" y="5703818"/>
                </a:lnTo>
                <a:lnTo>
                  <a:pt x="9971385" y="5690479"/>
                </a:lnTo>
                <a:lnTo>
                  <a:pt x="10017147" y="5676349"/>
                </a:lnTo>
                <a:lnTo>
                  <a:pt x="10062679" y="5661430"/>
                </a:lnTo>
                <a:lnTo>
                  <a:pt x="10107971" y="5645724"/>
                </a:lnTo>
                <a:lnTo>
                  <a:pt x="10153012" y="5629233"/>
                </a:lnTo>
                <a:lnTo>
                  <a:pt x="10197789" y="5611958"/>
                </a:lnTo>
                <a:lnTo>
                  <a:pt x="10242293" y="5593903"/>
                </a:lnTo>
                <a:lnTo>
                  <a:pt x="10286512" y="5575068"/>
                </a:lnTo>
                <a:lnTo>
                  <a:pt x="10330434" y="5555456"/>
                </a:lnTo>
                <a:lnTo>
                  <a:pt x="10374049" y="5535069"/>
                </a:lnTo>
                <a:lnTo>
                  <a:pt x="10417344" y="5513909"/>
                </a:lnTo>
                <a:lnTo>
                  <a:pt x="10460310" y="5491978"/>
                </a:lnTo>
                <a:lnTo>
                  <a:pt x="10502935" y="5469277"/>
                </a:lnTo>
                <a:lnTo>
                  <a:pt x="10545208" y="5445809"/>
                </a:lnTo>
                <a:lnTo>
                  <a:pt x="10587116" y="5421576"/>
                </a:lnTo>
                <a:lnTo>
                  <a:pt x="10628651" y="5396579"/>
                </a:lnTo>
                <a:lnTo>
                  <a:pt x="10669799" y="5370822"/>
                </a:lnTo>
                <a:lnTo>
                  <a:pt x="10710550" y="5344304"/>
                </a:lnTo>
                <a:lnTo>
                  <a:pt x="10750892" y="5317030"/>
                </a:lnTo>
                <a:lnTo>
                  <a:pt x="10790815" y="5289000"/>
                </a:lnTo>
                <a:lnTo>
                  <a:pt x="10830308" y="5260217"/>
                </a:lnTo>
                <a:lnTo>
                  <a:pt x="10869358" y="5230682"/>
                </a:lnTo>
                <a:lnTo>
                  <a:pt x="10907955" y="5200398"/>
                </a:lnTo>
                <a:lnTo>
                  <a:pt x="10946088" y="5169367"/>
                </a:lnTo>
                <a:lnTo>
                  <a:pt x="10983745" y="5137590"/>
                </a:lnTo>
                <a:lnTo>
                  <a:pt x="11020916" y="5105070"/>
                </a:lnTo>
                <a:lnTo>
                  <a:pt x="11057588" y="5071808"/>
                </a:lnTo>
                <a:lnTo>
                  <a:pt x="11093752" y="5037806"/>
                </a:lnTo>
                <a:lnTo>
                  <a:pt x="11129395" y="5003068"/>
                </a:lnTo>
                <a:lnTo>
                  <a:pt x="11164506" y="4967593"/>
                </a:lnTo>
                <a:lnTo>
                  <a:pt x="11199075" y="4931386"/>
                </a:lnTo>
                <a:lnTo>
                  <a:pt x="11233090" y="4894446"/>
                </a:lnTo>
                <a:lnTo>
                  <a:pt x="11266539" y="4856777"/>
                </a:lnTo>
                <a:lnTo>
                  <a:pt x="11299413" y="4818381"/>
                </a:lnTo>
                <a:lnTo>
                  <a:pt x="11308556" y="4807302"/>
                </a:lnTo>
              </a:path>
              <a:path w="11308715" h="5808345">
                <a:moveTo>
                  <a:pt x="0" y="0"/>
                </a:moveTo>
                <a:lnTo>
                  <a:pt x="7575915" y="5304628"/>
                </a:lnTo>
              </a:path>
            </a:pathLst>
          </a:custGeom>
          <a:ln w="31412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SecloreFooter">
            <a:extLst>
              <a:ext uri="{FF2B5EF4-FFF2-40B4-BE49-F238E27FC236}">
                <a16:creationId xmlns:a16="http://schemas.microsoft.com/office/drawing/2014/main" id="{9A719DDB-9392-4994-B81B-EE6F4292B7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</a:p>
        </p:txBody>
      </p:sp>
    </p:spTree>
    <p:extLst>
      <p:ext uri="{BB962C8B-B14F-4D97-AF65-F5344CB8AC3E}">
        <p14:creationId xmlns:p14="http://schemas.microsoft.com/office/powerpoint/2010/main" val="2329352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1553407-6713-40AF-8B4B-8E90CE44C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9819" y="3078165"/>
            <a:ext cx="9252364" cy="701675"/>
          </a:xfrm>
        </p:spPr>
        <p:txBody>
          <a:bodyPr anchor="b">
            <a:normAutofit/>
          </a:bodyPr>
          <a:lstStyle>
            <a:lvl1pPr algn="r" rtl="1">
              <a:lnSpc>
                <a:spcPct val="120000"/>
              </a:lnSpc>
              <a:defRPr sz="4000" b="0">
                <a:solidFill>
                  <a:schemeClr val="accent4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defRPr>
            </a:lvl1pPr>
          </a:lstStyle>
          <a:p>
            <a:r>
              <a:rPr lang="ar-SA"/>
              <a:t>عنوان الشريحة الفرعية – شكل أ</a:t>
            </a:r>
            <a:endParaRPr lang="en-PH"/>
          </a:p>
        </p:txBody>
      </p:sp>
      <p:sp>
        <p:nvSpPr>
          <p:cNvPr id="5" name="rule">
            <a:extLst>
              <a:ext uri="{FF2B5EF4-FFF2-40B4-BE49-F238E27FC236}">
                <a16:creationId xmlns:a16="http://schemas.microsoft.com/office/drawing/2014/main" id="{F9C480AC-7202-4E25-9178-CE5FEFDCC19E}"/>
              </a:ext>
            </a:extLst>
          </p:cNvPr>
          <p:cNvSpPr/>
          <p:nvPr userDrawn="1"/>
        </p:nvSpPr>
        <p:spPr>
          <a:xfrm>
            <a:off x="82296" y="6500112"/>
            <a:ext cx="12109704" cy="45719"/>
          </a:xfrm>
          <a:prstGeom prst="rect">
            <a:avLst/>
          </a:prstGeom>
          <a:solidFill>
            <a:srgbClr val="E0E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0">
              <a:latin typeface="DiodrumArabic-Regular"/>
              <a:cs typeface="DiodrumArabic-Regular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3234E6-5586-4BF5-846B-B09FA1BCB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90767" y="6549263"/>
            <a:ext cx="636222" cy="307816"/>
          </a:xfrm>
          <a:prstGeom prst="rect">
            <a:avLst/>
          </a:prstGeom>
        </p:spPr>
      </p:pic>
      <p:sp>
        <p:nvSpPr>
          <p:cNvPr id="3" name="SecloreFooter">
            <a:extLst>
              <a:ext uri="{FF2B5EF4-FFF2-40B4-BE49-F238E27FC236}">
                <a16:creationId xmlns:a16="http://schemas.microsoft.com/office/drawing/2014/main" id="{E1E05F4A-E93B-4903-BF2A-77A2CC363E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252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raphic 13">
            <a:extLst>
              <a:ext uri="{FF2B5EF4-FFF2-40B4-BE49-F238E27FC236}">
                <a16:creationId xmlns:a16="http://schemas.microsoft.com/office/drawing/2014/main" id="{BF2C82C8-2A88-4D52-9761-842E04832591}"/>
              </a:ext>
            </a:extLst>
          </p:cNvPr>
          <p:cNvSpPr/>
          <p:nvPr userDrawn="1"/>
        </p:nvSpPr>
        <p:spPr>
          <a:xfrm rot="16200000" flipH="1">
            <a:off x="1300166" y="3654219"/>
            <a:ext cx="1903615" cy="4503947"/>
          </a:xfrm>
          <a:custGeom>
            <a:avLst/>
            <a:gdLst>
              <a:gd name="csX0" fmla="*/ 4825865 w 4825864"/>
              <a:gd name="csY0" fmla="*/ 11417976 h 11417976"/>
              <a:gd name="csX1" fmla="*/ 637408 w 4825864"/>
              <a:gd name="csY1" fmla="*/ 8682419 h 11417976"/>
              <a:gd name="csX2" fmla="*/ 0 w 4825864"/>
              <a:gd name="csY2" fmla="*/ 7504604 h 11417976"/>
              <a:gd name="csX3" fmla="*/ 0 w 4825864"/>
              <a:gd name="csY3" fmla="*/ 0 h 11417976"/>
              <a:gd name="csX4" fmla="*/ 4825865 w 4825864"/>
              <a:gd name="csY4" fmla="*/ 0 h 11417976"/>
              <a:gd name="csX5" fmla="*/ 4825865 w 4825864"/>
              <a:gd name="csY5" fmla="*/ 11417976 h 114179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825864" h="11417976">
                <a:moveTo>
                  <a:pt x="4825865" y="11417976"/>
                </a:moveTo>
                <a:lnTo>
                  <a:pt x="637408" y="8682419"/>
                </a:lnTo>
                <a:cubicBezTo>
                  <a:pt x="239720" y="8422646"/>
                  <a:pt x="0" y="7979693"/>
                  <a:pt x="0" y="7504604"/>
                </a:cubicBezTo>
                <a:lnTo>
                  <a:pt x="0" y="0"/>
                </a:lnTo>
                <a:cubicBezTo>
                  <a:pt x="0" y="0"/>
                  <a:pt x="4825865" y="0"/>
                  <a:pt x="4825865" y="0"/>
                </a:cubicBezTo>
                <a:lnTo>
                  <a:pt x="4825865" y="11417976"/>
                </a:lnTo>
                <a:close/>
              </a:path>
            </a:pathLst>
          </a:custGeom>
          <a:solidFill>
            <a:schemeClr val="accent3"/>
          </a:solidFill>
          <a:ln w="5943" cap="flat">
            <a:noFill/>
            <a:prstDash val="solid"/>
            <a:miter/>
          </a:ln>
        </p:spPr>
        <p:txBody>
          <a:bodyPr/>
          <a:lstStyle/>
          <a:p>
            <a:endParaRPr lang="en-SA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3AAB0B4-C7C7-43BB-A913-3FA709B60D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9818" y="3078163"/>
            <a:ext cx="9252364" cy="701675"/>
          </a:xfrm>
        </p:spPr>
        <p:txBody>
          <a:bodyPr anchor="b">
            <a:normAutofit/>
          </a:bodyPr>
          <a:lstStyle>
            <a:lvl1pPr algn="r" rtl="1">
              <a:lnSpc>
                <a:spcPct val="100000"/>
              </a:lnSpc>
              <a:defRPr sz="4000" b="0">
                <a:solidFill>
                  <a:schemeClr val="accent4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defRPr>
            </a:lvl1pPr>
          </a:lstStyle>
          <a:p>
            <a:r>
              <a:rPr lang="ar-SA"/>
              <a:t>عنوان الفاصل الفرعي – شكل ج</a:t>
            </a:r>
            <a:endParaRPr lang="en-PH"/>
          </a:p>
        </p:txBody>
      </p:sp>
      <p:sp>
        <p:nvSpPr>
          <p:cNvPr id="2" name="SecloreFooter">
            <a:extLst>
              <a:ext uri="{FF2B5EF4-FFF2-40B4-BE49-F238E27FC236}">
                <a16:creationId xmlns:a16="http://schemas.microsoft.com/office/drawing/2014/main" id="{73EA5B95-32D5-4298-9151-72D75D1B02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</a:p>
        </p:txBody>
      </p:sp>
    </p:spTree>
    <p:extLst>
      <p:ext uri="{BB962C8B-B14F-4D97-AF65-F5344CB8AC3E}">
        <p14:creationId xmlns:p14="http://schemas.microsoft.com/office/powerpoint/2010/main" val="3075226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raphic 13">
            <a:extLst>
              <a:ext uri="{FF2B5EF4-FFF2-40B4-BE49-F238E27FC236}">
                <a16:creationId xmlns:a16="http://schemas.microsoft.com/office/drawing/2014/main" id="{B8F3E600-B447-49AB-8ABB-350FFD75FD3C}"/>
              </a:ext>
            </a:extLst>
          </p:cNvPr>
          <p:cNvSpPr/>
          <p:nvPr userDrawn="1"/>
        </p:nvSpPr>
        <p:spPr>
          <a:xfrm rot="16200000" flipH="1">
            <a:off x="1300166" y="3654219"/>
            <a:ext cx="1903615" cy="4503947"/>
          </a:xfrm>
          <a:custGeom>
            <a:avLst/>
            <a:gdLst>
              <a:gd name="csX0" fmla="*/ 4825865 w 4825864"/>
              <a:gd name="csY0" fmla="*/ 11417976 h 11417976"/>
              <a:gd name="csX1" fmla="*/ 637408 w 4825864"/>
              <a:gd name="csY1" fmla="*/ 8682419 h 11417976"/>
              <a:gd name="csX2" fmla="*/ 0 w 4825864"/>
              <a:gd name="csY2" fmla="*/ 7504604 h 11417976"/>
              <a:gd name="csX3" fmla="*/ 0 w 4825864"/>
              <a:gd name="csY3" fmla="*/ 0 h 11417976"/>
              <a:gd name="csX4" fmla="*/ 4825865 w 4825864"/>
              <a:gd name="csY4" fmla="*/ 0 h 11417976"/>
              <a:gd name="csX5" fmla="*/ 4825865 w 4825864"/>
              <a:gd name="csY5" fmla="*/ 11417976 h 114179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825864" h="11417976">
                <a:moveTo>
                  <a:pt x="4825865" y="11417976"/>
                </a:moveTo>
                <a:lnTo>
                  <a:pt x="637408" y="8682419"/>
                </a:lnTo>
                <a:cubicBezTo>
                  <a:pt x="239720" y="8422646"/>
                  <a:pt x="0" y="7979693"/>
                  <a:pt x="0" y="7504604"/>
                </a:cubicBezTo>
                <a:lnTo>
                  <a:pt x="0" y="0"/>
                </a:lnTo>
                <a:cubicBezTo>
                  <a:pt x="0" y="0"/>
                  <a:pt x="4825865" y="0"/>
                  <a:pt x="4825865" y="0"/>
                </a:cubicBezTo>
                <a:lnTo>
                  <a:pt x="4825865" y="11417976"/>
                </a:lnTo>
                <a:close/>
              </a:path>
            </a:pathLst>
          </a:custGeom>
          <a:solidFill>
            <a:schemeClr val="accent2"/>
          </a:solidFill>
          <a:ln w="5943" cap="flat">
            <a:noFill/>
            <a:prstDash val="solid"/>
            <a:miter/>
          </a:ln>
        </p:spPr>
        <p:txBody>
          <a:bodyPr/>
          <a:lstStyle/>
          <a:p>
            <a:endParaRPr lang="en-SA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3AAB0B4-C7C7-43BB-A913-3FA709B60D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9818" y="3078163"/>
            <a:ext cx="9252364" cy="701675"/>
          </a:xfrm>
        </p:spPr>
        <p:txBody>
          <a:bodyPr anchor="b">
            <a:normAutofit/>
          </a:bodyPr>
          <a:lstStyle>
            <a:lvl1pPr algn="r" rtl="1">
              <a:lnSpc>
                <a:spcPct val="120000"/>
              </a:lnSpc>
              <a:defRPr sz="4000" b="0">
                <a:solidFill>
                  <a:schemeClr val="accent4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defRPr>
            </a:lvl1pPr>
          </a:lstStyle>
          <a:p>
            <a:r>
              <a:rPr lang="ar-SA"/>
              <a:t>عنوان الفاصل الفرعي – شكل ج</a:t>
            </a:r>
            <a:endParaRPr lang="en-PH"/>
          </a:p>
        </p:txBody>
      </p:sp>
      <p:sp>
        <p:nvSpPr>
          <p:cNvPr id="2" name="SecloreFooter">
            <a:extLst>
              <a:ext uri="{FF2B5EF4-FFF2-40B4-BE49-F238E27FC236}">
                <a16:creationId xmlns:a16="http://schemas.microsoft.com/office/drawing/2014/main" id="{5F278EE8-6FFA-47D4-879B-FBB98FD704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</a:p>
        </p:txBody>
      </p:sp>
    </p:spTree>
    <p:extLst>
      <p:ext uri="{BB962C8B-B14F-4D97-AF65-F5344CB8AC3E}">
        <p14:creationId xmlns:p14="http://schemas.microsoft.com/office/powerpoint/2010/main" val="2708506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EB644-3B1D-473C-A428-4A084912A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2636" y="154155"/>
            <a:ext cx="10515600" cy="603180"/>
          </a:xfrm>
        </p:spPr>
        <p:txBody>
          <a:bodyPr lIns="0" rIns="0">
            <a:noAutofit/>
          </a:bodyPr>
          <a:lstStyle>
            <a:lvl1pPr algn="r" rtl="1">
              <a:defRPr sz="2400" b="0">
                <a:solidFill>
                  <a:schemeClr val="accent4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defRPr>
            </a:lvl1pPr>
          </a:lstStyle>
          <a:p>
            <a:r>
              <a:rPr lang="ar-SA"/>
              <a:t>العنوان هنا</a:t>
            </a:r>
            <a:endParaRPr lang="en-PH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3020FC5-0604-4C0D-B7C1-3E6CDC6B3AE1}"/>
              </a:ext>
            </a:extLst>
          </p:cNvPr>
          <p:cNvCxnSpPr>
            <a:cxnSpLocks/>
          </p:cNvCxnSpPr>
          <p:nvPr userDrawn="1"/>
        </p:nvCxnSpPr>
        <p:spPr>
          <a:xfrm>
            <a:off x="382635" y="6380480"/>
            <a:ext cx="212814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lide Number Placeholder 6">
            <a:extLst>
              <a:ext uri="{FF2B5EF4-FFF2-40B4-BE49-F238E27FC236}">
                <a16:creationId xmlns:a16="http://schemas.microsoft.com/office/drawing/2014/main" id="{5E8375B5-7A06-4F9F-B9AB-2E2D345C0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5175" y="6402478"/>
            <a:ext cx="467734" cy="206790"/>
          </a:xfrm>
        </p:spPr>
        <p:txBody>
          <a:bodyPr/>
          <a:lstStyle>
            <a:lvl1pPr algn="ctr">
              <a:defRPr sz="900" b="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fld id="{679EF615-E246-4FA6-9E75-123AAEB83405}" type="slidenum">
              <a:rPr lang="en-PH" smtClean="0"/>
              <a:pPr/>
              <a:t>‹#›</a:t>
            </a:fld>
            <a:endParaRPr lang="en-PH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B98CEFF8-D54D-4256-B7D3-5BEC64CD3C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82165" y="6377744"/>
            <a:ext cx="219323" cy="322339"/>
          </a:xfrm>
          <a:prstGeom prst="rect">
            <a:avLst/>
          </a:prstGeom>
        </p:spPr>
      </p:pic>
      <p:sp>
        <p:nvSpPr>
          <p:cNvPr id="4" name="SecloreFooter">
            <a:extLst>
              <a:ext uri="{FF2B5EF4-FFF2-40B4-BE49-F238E27FC236}">
                <a16:creationId xmlns:a16="http://schemas.microsoft.com/office/drawing/2014/main" id="{3482092C-CF8D-4A16-8D03-EF17DA1BCA3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ECE91AE-F0D1-40F0-8A05-59D18F743E7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19"/>
          <a:stretch>
            <a:fillRect/>
          </a:stretch>
        </p:blipFill>
        <p:spPr>
          <a:xfrm>
            <a:off x="645624" y="6543461"/>
            <a:ext cx="10997507" cy="32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823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40">
          <p15:clr>
            <a:srgbClr val="FBAE40"/>
          </p15:clr>
        </p15:guide>
        <p15:guide id="4" pos="7440">
          <p15:clr>
            <a:srgbClr val="FBAE40"/>
          </p15:clr>
        </p15:guide>
        <p15:guide id="5" orient="horz" pos="391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EB644-3B1D-473C-A428-4A084912A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2636" y="154155"/>
            <a:ext cx="10515600" cy="603180"/>
          </a:xfrm>
        </p:spPr>
        <p:txBody>
          <a:bodyPr lIns="0" rIns="0">
            <a:noAutofit/>
          </a:bodyPr>
          <a:lstStyle>
            <a:lvl1pPr algn="r" rtl="1">
              <a:defRPr sz="2400" b="0">
                <a:solidFill>
                  <a:schemeClr val="accent4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defRPr>
            </a:lvl1pPr>
          </a:lstStyle>
          <a:p>
            <a:r>
              <a:rPr lang="ar-SA"/>
              <a:t>العنوان هنا</a:t>
            </a:r>
            <a:endParaRPr lang="en-PH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3020FC5-0604-4C0D-B7C1-3E6CDC6B3AE1}"/>
              </a:ext>
            </a:extLst>
          </p:cNvPr>
          <p:cNvCxnSpPr>
            <a:cxnSpLocks/>
          </p:cNvCxnSpPr>
          <p:nvPr userDrawn="1"/>
        </p:nvCxnSpPr>
        <p:spPr>
          <a:xfrm>
            <a:off x="382635" y="6380480"/>
            <a:ext cx="212814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lide Number Placeholder 6">
            <a:extLst>
              <a:ext uri="{FF2B5EF4-FFF2-40B4-BE49-F238E27FC236}">
                <a16:creationId xmlns:a16="http://schemas.microsoft.com/office/drawing/2014/main" id="{5E8375B5-7A06-4F9F-B9AB-2E2D345C0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5175" y="6402478"/>
            <a:ext cx="467734" cy="206790"/>
          </a:xfrm>
        </p:spPr>
        <p:txBody>
          <a:bodyPr/>
          <a:lstStyle>
            <a:lvl1pPr algn="ctr">
              <a:defRPr sz="900" b="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fld id="{679EF615-E246-4FA6-9E75-123AAEB83405}" type="slidenum">
              <a:rPr lang="en-PH" smtClean="0"/>
              <a:pPr/>
              <a:t>‹#›</a:t>
            </a:fld>
            <a:endParaRPr lang="en-PH"/>
          </a:p>
        </p:txBody>
      </p:sp>
      <p:sp>
        <p:nvSpPr>
          <p:cNvPr id="4" name="SecloreFooter">
            <a:extLst>
              <a:ext uri="{FF2B5EF4-FFF2-40B4-BE49-F238E27FC236}">
                <a16:creationId xmlns:a16="http://schemas.microsoft.com/office/drawing/2014/main" id="{3482092C-CF8D-4A16-8D03-EF17DA1BCA3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29AD54F-E6D5-4DF5-A9DB-E397B81FBB6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2636" y="815212"/>
            <a:ext cx="10515600" cy="736254"/>
          </a:xfrm>
        </p:spPr>
        <p:txBody>
          <a:bodyPr lIns="0" rIns="0">
            <a:noAutofit/>
          </a:bodyPr>
          <a:lstStyle>
            <a:lvl1pPr marL="0" indent="0" algn="r" rtl="1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ar-SA"/>
              <a:t>الوصف هنا</a:t>
            </a:r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C9FB6FA-B9D6-4B04-BF7C-6D55F38BAE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82165" y="6377744"/>
            <a:ext cx="219323" cy="322339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D2F8A64-FD5F-4F76-B005-9E5968F41A5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19"/>
          <a:stretch>
            <a:fillRect/>
          </a:stretch>
        </p:blipFill>
        <p:spPr>
          <a:xfrm>
            <a:off x="645624" y="6543461"/>
            <a:ext cx="10997507" cy="32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256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40">
          <p15:clr>
            <a:srgbClr val="FBAE40"/>
          </p15:clr>
        </p15:guide>
        <p15:guide id="4" pos="7440">
          <p15:clr>
            <a:srgbClr val="FBAE40"/>
          </p15:clr>
        </p15:guide>
        <p15:guide id="5" orient="horz" pos="391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1_Title">
    <p:bg>
      <p:bgPr>
        <a:solidFill>
          <a:schemeClr val="lt1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C17A429-3830-451D-8508-FA852AF9B35A}"/>
              </a:ext>
            </a:extLst>
          </p:cNvPr>
          <p:cNvGrpSpPr/>
          <p:nvPr userDrawn="1"/>
        </p:nvGrpSpPr>
        <p:grpSpPr>
          <a:xfrm>
            <a:off x="430079" y="6380480"/>
            <a:ext cx="11331845" cy="0"/>
            <a:chOff x="286976" y="4785360"/>
            <a:chExt cx="8498884" cy="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0E2A229-11CD-4B73-9716-A07230D062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86976" y="4785360"/>
              <a:ext cx="8498884" cy="0"/>
            </a:xfrm>
            <a:prstGeom prst="line">
              <a:avLst/>
            </a:prstGeom>
            <a:ln w="9525">
              <a:solidFill>
                <a:schemeClr val="accent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78B647C-6793-418E-8B3D-5A86EA8F834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86976" y="4785360"/>
              <a:ext cx="159611" cy="0"/>
            </a:xfrm>
            <a:prstGeom prst="line">
              <a:avLst/>
            </a:prstGeom>
            <a:ln w="19050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AEB6629A-F55D-48A7-93A9-6BD8A51AC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2618" y="6402481"/>
            <a:ext cx="467735" cy="206791"/>
          </a:xfrm>
        </p:spPr>
        <p:txBody>
          <a:bodyPr/>
          <a:lstStyle>
            <a:lvl1pPr algn="ctr">
              <a:defRPr sz="900" b="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fld id="{679EF615-E246-4FA6-9E75-123AAEB83405}" type="slidenum">
              <a:rPr lang="en-PH" smtClean="0"/>
              <a:pPr/>
              <a:t>‹#›</a:t>
            </a:fld>
            <a:endParaRPr lang="en-PH"/>
          </a:p>
        </p:txBody>
      </p:sp>
      <p:sp>
        <p:nvSpPr>
          <p:cNvPr id="2" name="SecloreFooter">
            <a:extLst>
              <a:ext uri="{FF2B5EF4-FFF2-40B4-BE49-F238E27FC236}">
                <a16:creationId xmlns:a16="http://schemas.microsoft.com/office/drawing/2014/main" id="{19B8E51E-7D23-4C18-AA42-B1D779172CE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2203DCB-863F-43FF-BD68-D423F90451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82165" y="6377744"/>
            <a:ext cx="219323" cy="322339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F7625EF0-46DB-45B0-81F2-56A0C3C34D9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19"/>
          <a:stretch>
            <a:fillRect/>
          </a:stretch>
        </p:blipFill>
        <p:spPr>
          <a:xfrm>
            <a:off x="645624" y="6543461"/>
            <a:ext cx="10997507" cy="32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9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loreFooter">
            <a:extLst>
              <a:ext uri="{FF2B5EF4-FFF2-40B4-BE49-F238E27FC236}">
                <a16:creationId xmlns:a16="http://schemas.microsoft.com/office/drawing/2014/main" id="{05C5A86E-C48E-4C88-896C-3AEFC52FE3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</a:p>
        </p:txBody>
      </p:sp>
    </p:spTree>
    <p:extLst>
      <p:ext uri="{BB962C8B-B14F-4D97-AF65-F5344CB8AC3E}">
        <p14:creationId xmlns:p14="http://schemas.microsoft.com/office/powerpoint/2010/main" val="315808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g-flat" descr="image-1.jpg">
            <a:extLst>
              <a:ext uri="{FF2B5EF4-FFF2-40B4-BE49-F238E27FC236}">
                <a16:creationId xmlns:a16="http://schemas.microsoft.com/office/drawing/2014/main" id="{584FDC5F-368D-4894-970C-3DBFD379BB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" r="8"/>
          <a:stretch>
            <a:fillRect/>
          </a:stretch>
        </p:blipFill>
        <p:spPr>
          <a:xfrm flipH="1">
            <a:off x="0" y="0"/>
            <a:ext cx="12192000" cy="6859129"/>
          </a:xfrm>
          <a:prstGeom prst="rect">
            <a:avLst/>
          </a:prstGeom>
        </p:spPr>
      </p:pic>
      <p:pic>
        <p:nvPicPr>
          <p:cNvPr id="8" name="logo-dga" descr="image-2.png">
            <a:extLst>
              <a:ext uri="{FF2B5EF4-FFF2-40B4-BE49-F238E27FC236}">
                <a16:creationId xmlns:a16="http://schemas.microsoft.com/office/drawing/2014/main" id="{D43EC58E-17CF-42FF-91F0-9039593B54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69" b="69"/>
          <a:stretch>
            <a:fillRect/>
          </a:stretch>
        </p:blipFill>
        <p:spPr>
          <a:xfrm>
            <a:off x="9861973" y="532836"/>
            <a:ext cx="1609796" cy="494453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DBCE1AD-7BB5-4A71-8B4E-CE5D18EF56D2}"/>
              </a:ext>
            </a:extLst>
          </p:cNvPr>
          <p:cNvCxnSpPr/>
          <p:nvPr userDrawn="1"/>
        </p:nvCxnSpPr>
        <p:spPr>
          <a:xfrm>
            <a:off x="9550400" y="532836"/>
            <a:ext cx="0" cy="487680"/>
          </a:xfrm>
          <a:prstGeom prst="line">
            <a:avLst/>
          </a:prstGeom>
          <a:ln w="127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AD32D34B-86E0-4FA9-A59E-C375C632BB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50" t="23390" r="20045" b="34777"/>
          <a:stretch/>
        </p:blipFill>
        <p:spPr>
          <a:xfrm>
            <a:off x="7338510" y="416340"/>
            <a:ext cx="1796000" cy="736206"/>
          </a:xfrm>
          <a:prstGeom prst="rect">
            <a:avLst/>
          </a:prstGeom>
        </p:spPr>
      </p:pic>
      <p:sp>
        <p:nvSpPr>
          <p:cNvPr id="2" name="SecloreFooter">
            <a:extLst>
              <a:ext uri="{FF2B5EF4-FFF2-40B4-BE49-F238E27FC236}">
                <a16:creationId xmlns:a16="http://schemas.microsoft.com/office/drawing/2014/main" id="{E1710196-BA2F-487D-A358-FEC0519587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5694680"/>
            <a:ext cx="12192000" cy="649111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4834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-flat" descr="image-11.jpg">
            <a:extLst>
              <a:ext uri="{FF2B5EF4-FFF2-40B4-BE49-F238E27FC236}">
                <a16:creationId xmlns:a16="http://schemas.microsoft.com/office/drawing/2014/main" id="{7843F026-56CA-4A66-AF3C-4A6D47A47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5000"/>
          </a:blip>
          <a:srcRect l="8" r="8"/>
          <a:stretch>
            <a:fillRect/>
          </a:stretch>
        </p:blipFill>
        <p:spPr>
          <a:xfrm>
            <a:off x="0" y="0"/>
            <a:ext cx="12192000" cy="6859129"/>
          </a:xfrm>
          <a:prstGeom prst="rect">
            <a:avLst/>
          </a:prstGeom>
        </p:spPr>
      </p:pic>
      <p:sp>
        <p:nvSpPr>
          <p:cNvPr id="12" name="SecloreFooter">
            <a:extLst>
              <a:ext uri="{FF2B5EF4-FFF2-40B4-BE49-F238E27FC236}">
                <a16:creationId xmlns:a16="http://schemas.microsoft.com/office/drawing/2014/main" id="{683AB1CE-94CB-43B3-87DF-40DC3B6AE3F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464616"/>
            <a:ext cx="12192000" cy="281378"/>
          </a:xfrm>
        </p:spPr>
        <p:txBody>
          <a:bodyPr/>
          <a:lstStyle>
            <a:lvl1pPr>
              <a:defRPr sz="1200">
                <a:latin typeface="DiodrumArabic-Medium" panose="00000600000000000000" pitchFamily="2" charset="-78"/>
                <a:cs typeface="DiodrumArabic-Medium" panose="00000600000000000000" pitchFamily="2" charset="-78"/>
              </a:defRPr>
            </a:lvl1pPr>
          </a:lstStyle>
          <a:p>
            <a:r>
              <a:rPr lang="en-US"/>
              <a:t>Restricted - </a:t>
            </a:r>
            <a:r>
              <a:rPr lang="ar-SA"/>
              <a:t>مقيد</a:t>
            </a:r>
            <a:endParaRPr lang="en-US" dirty="0"/>
          </a:p>
        </p:txBody>
      </p:sp>
      <p:pic>
        <p:nvPicPr>
          <p:cNvPr id="5" name="logo-dga" descr="image-2.png">
            <a:extLst>
              <a:ext uri="{FF2B5EF4-FFF2-40B4-BE49-F238E27FC236}">
                <a16:creationId xmlns:a16="http://schemas.microsoft.com/office/drawing/2014/main" id="{10D251D7-66C5-4C8C-B428-64F56D687E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69" b="69"/>
          <a:stretch>
            <a:fillRect/>
          </a:stretch>
        </p:blipFill>
        <p:spPr>
          <a:xfrm>
            <a:off x="9861973" y="532836"/>
            <a:ext cx="1609796" cy="49445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D044659-2392-4900-8E55-BB65287B0D44}"/>
              </a:ext>
            </a:extLst>
          </p:cNvPr>
          <p:cNvCxnSpPr/>
          <p:nvPr userDrawn="1"/>
        </p:nvCxnSpPr>
        <p:spPr>
          <a:xfrm>
            <a:off x="9550400" y="532836"/>
            <a:ext cx="0" cy="487680"/>
          </a:xfrm>
          <a:prstGeom prst="line">
            <a:avLst/>
          </a:prstGeom>
          <a:ln w="127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A318AD8-8FE0-48AC-8969-0576FA01AD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50" t="23390" r="20045" b="34777"/>
          <a:stretch/>
        </p:blipFill>
        <p:spPr>
          <a:xfrm>
            <a:off x="7338510" y="416340"/>
            <a:ext cx="1796000" cy="73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051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  <p15:guide id="2" pos="4128">
          <p15:clr>
            <a:srgbClr val="FBAE40"/>
          </p15:clr>
        </p15:guide>
        <p15:guide id="3" orient="horz" pos="135">
          <p15:clr>
            <a:srgbClr val="FBAE40"/>
          </p15:clr>
        </p15:guide>
        <p15:guide id="4" orient="horz" pos="227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-left">
            <a:extLst>
              <a:ext uri="{FF2B5EF4-FFF2-40B4-BE49-F238E27FC236}">
                <a16:creationId xmlns:a16="http://schemas.microsoft.com/office/drawing/2014/main" id="{18A2B880-5C06-479F-8330-2DE03B08A0DE}"/>
              </a:ext>
            </a:extLst>
          </p:cNvPr>
          <p:cNvSpPr txBox="1"/>
          <p:nvPr userDrawn="1"/>
        </p:nvSpPr>
        <p:spPr>
          <a:xfrm>
            <a:off x="8310703" y="6556079"/>
            <a:ext cx="2487860" cy="1093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spcAft>
                <a:spcPts val="0"/>
              </a:spcAft>
            </a:pPr>
            <a:r>
              <a:rPr lang="ar-SA" sz="711" b="0" dirty="0">
                <a:solidFill>
                  <a:schemeClr val="tx1">
                    <a:alpha val="50000"/>
                  </a:schemeClr>
                </a:solidFill>
                <a:latin typeface="DiodrumArabic-Regular"/>
                <a:ea typeface="DiodrumArabic-Regular"/>
                <a:cs typeface="DiodrumArabic-Regular"/>
              </a:rPr>
              <a:t>تطوير القيادات في مجال الذكاء الاصطناعي لكبار القادة الحكوميين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5BFF15-1B1E-444C-B348-7FBFA5BD00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78146" y="6448212"/>
            <a:ext cx="671988" cy="325120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D31568-2782-4533-816B-1FD73D12A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8992" y="6540218"/>
            <a:ext cx="168139" cy="130178"/>
          </a:xfrm>
          <a:noFill/>
        </p:spPr>
        <p:txBody>
          <a:bodyPr wrap="none" lIns="0" tIns="0" rIns="0" bIns="0" anchor="ctr">
            <a:spAutoFit/>
          </a:bodyPr>
          <a:lstStyle>
            <a:lvl1pPr>
              <a:defRPr lang="en-US" sz="846" b="0" smtClean="0">
                <a:solidFill>
                  <a:srgbClr val="753BBD"/>
                </a:solidFill>
                <a:latin typeface="DiodrumArabic-Bold"/>
                <a:ea typeface="DiodrumArabic-Bold"/>
                <a:cs typeface="DiodrumArabic-Bold"/>
              </a:defRPr>
            </a:lvl1pPr>
          </a:lstStyle>
          <a:p>
            <a:pPr algn="l"/>
            <a:fld id="{C1FF6DA9-008F-8B48-92A6-B652298478BF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9" name="rule">
            <a:extLst>
              <a:ext uri="{FF2B5EF4-FFF2-40B4-BE49-F238E27FC236}">
                <a16:creationId xmlns:a16="http://schemas.microsoft.com/office/drawing/2014/main" id="{DEB63035-875F-44D5-B338-2E208EEB84FC}"/>
              </a:ext>
            </a:extLst>
          </p:cNvPr>
          <p:cNvSpPr/>
          <p:nvPr userDrawn="1"/>
        </p:nvSpPr>
        <p:spPr>
          <a:xfrm>
            <a:off x="541867" y="1397564"/>
            <a:ext cx="11108267" cy="13547"/>
          </a:xfrm>
          <a:prstGeom prst="rect">
            <a:avLst/>
          </a:prstGeom>
          <a:solidFill>
            <a:srgbClr val="E0E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319" b="0">
              <a:latin typeface="DiodrumArabic-Regular"/>
              <a:cs typeface="DiodrumArabic-Regular"/>
            </a:endParaRPr>
          </a:p>
        </p:txBody>
      </p:sp>
      <p:sp>
        <p:nvSpPr>
          <p:cNvPr id="20" name="rule">
            <a:extLst>
              <a:ext uri="{FF2B5EF4-FFF2-40B4-BE49-F238E27FC236}">
                <a16:creationId xmlns:a16="http://schemas.microsoft.com/office/drawing/2014/main" id="{7B0BC02C-582B-42B8-A415-A9F6C9A4AA23}"/>
              </a:ext>
            </a:extLst>
          </p:cNvPr>
          <p:cNvSpPr/>
          <p:nvPr userDrawn="1"/>
        </p:nvSpPr>
        <p:spPr>
          <a:xfrm>
            <a:off x="541867" y="6418859"/>
            <a:ext cx="11108267" cy="13547"/>
          </a:xfrm>
          <a:prstGeom prst="rect">
            <a:avLst/>
          </a:prstGeom>
          <a:solidFill>
            <a:srgbClr val="E0E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319" b="0">
              <a:latin typeface="DiodrumArabic-Regular"/>
              <a:cs typeface="DiodrumArabic-Regular"/>
            </a:endParaRPr>
          </a:p>
        </p:txBody>
      </p:sp>
      <p:sp>
        <p:nvSpPr>
          <p:cNvPr id="23" name="SecloreFooter">
            <a:extLst>
              <a:ext uri="{FF2B5EF4-FFF2-40B4-BE49-F238E27FC236}">
                <a16:creationId xmlns:a16="http://schemas.microsoft.com/office/drawing/2014/main" id="{184EFBEE-87E8-45D1-90C8-DDF173E78AF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464616"/>
            <a:ext cx="12192000" cy="281378"/>
          </a:xfrm>
        </p:spPr>
        <p:txBody>
          <a:bodyPr/>
          <a:lstStyle>
            <a:lvl1pPr>
              <a:defRPr sz="1200">
                <a:latin typeface="DiodrumArabic-Medium" panose="00000600000000000000" pitchFamily="2" charset="-78"/>
                <a:cs typeface="DiodrumArabic-Medium" panose="00000600000000000000" pitchFamily="2" charset="-78"/>
              </a:defRPr>
            </a:lvl1pPr>
          </a:lstStyle>
          <a:p>
            <a:r>
              <a:rPr lang="en-US"/>
              <a:t>Restricted - </a:t>
            </a:r>
            <a:r>
              <a:rPr lang="ar-SA"/>
              <a:t>مقيد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979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  <p15:guide id="2" pos="4128">
          <p15:clr>
            <a:srgbClr val="FBAE40"/>
          </p15:clr>
        </p15:guide>
        <p15:guide id="3" orient="horz" pos="135">
          <p15:clr>
            <a:srgbClr val="FBAE40"/>
          </p15:clr>
        </p15:guide>
        <p15:guide id="4" orient="horz" pos="22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g-flat" descr="image-5.jpg">
            <a:extLst>
              <a:ext uri="{FF2B5EF4-FFF2-40B4-BE49-F238E27FC236}">
                <a16:creationId xmlns:a16="http://schemas.microsoft.com/office/drawing/2014/main" id="{A2D1F5AF-DF1E-424F-935C-7B217ED1DD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" r="8"/>
          <a:stretch>
            <a:fillRect/>
          </a:stretch>
        </p:blipFill>
        <p:spPr>
          <a:xfrm flipH="1">
            <a:off x="0" y="0"/>
            <a:ext cx="12192000" cy="6859129"/>
          </a:xfrm>
          <a:prstGeom prst="rect">
            <a:avLst/>
          </a:prstGeom>
        </p:spPr>
      </p:pic>
      <p:sp>
        <p:nvSpPr>
          <p:cNvPr id="14" name="SecloreFooter">
            <a:extLst>
              <a:ext uri="{FF2B5EF4-FFF2-40B4-BE49-F238E27FC236}">
                <a16:creationId xmlns:a16="http://schemas.microsoft.com/office/drawing/2014/main" id="{7DEA56E4-583F-4662-8F24-13C5CE34790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464616"/>
            <a:ext cx="12192000" cy="281378"/>
          </a:xfrm>
        </p:spPr>
        <p:txBody>
          <a:bodyPr/>
          <a:lstStyle>
            <a:lvl1pPr>
              <a:defRPr sz="1200">
                <a:latin typeface="DiodrumArabic-Medium" panose="00000600000000000000" pitchFamily="2" charset="-78"/>
                <a:cs typeface="DiodrumArabic-Medium" panose="00000600000000000000" pitchFamily="2" charset="-78"/>
              </a:defRPr>
            </a:lvl1pPr>
          </a:lstStyle>
          <a:p>
            <a:r>
              <a:rPr lang="en-US"/>
              <a:t>Restricted - </a:t>
            </a:r>
            <a:r>
              <a:rPr lang="ar-SA"/>
              <a:t>مقيد</a:t>
            </a:r>
            <a:endParaRPr lang="en-US" dirty="0"/>
          </a:p>
        </p:txBody>
      </p:sp>
      <p:pic>
        <p:nvPicPr>
          <p:cNvPr id="4" name="logo-dga" descr="image-2.png">
            <a:extLst>
              <a:ext uri="{FF2B5EF4-FFF2-40B4-BE49-F238E27FC236}">
                <a16:creationId xmlns:a16="http://schemas.microsoft.com/office/drawing/2014/main" id="{D45AAD05-500C-46C8-85E6-C26700CC383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69" b="69"/>
          <a:stretch>
            <a:fillRect/>
          </a:stretch>
        </p:blipFill>
        <p:spPr>
          <a:xfrm>
            <a:off x="9861973" y="532836"/>
            <a:ext cx="1609796" cy="49445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B72B9F-E4BA-433E-B9A1-32BE97743AFE}"/>
              </a:ext>
            </a:extLst>
          </p:cNvPr>
          <p:cNvCxnSpPr/>
          <p:nvPr userDrawn="1"/>
        </p:nvCxnSpPr>
        <p:spPr>
          <a:xfrm>
            <a:off x="9550400" y="532836"/>
            <a:ext cx="0" cy="487680"/>
          </a:xfrm>
          <a:prstGeom prst="line">
            <a:avLst/>
          </a:prstGeom>
          <a:ln w="127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DC6DC48-F373-464F-966C-3FE51605C5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50" t="23390" r="20045" b="34777"/>
          <a:stretch/>
        </p:blipFill>
        <p:spPr>
          <a:xfrm>
            <a:off x="7338510" y="416340"/>
            <a:ext cx="1796000" cy="73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691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  <p15:guide id="2" pos="4128">
          <p15:clr>
            <a:srgbClr val="FBAE40"/>
          </p15:clr>
        </p15:guide>
        <p15:guide id="3" orient="horz" pos="135">
          <p15:clr>
            <a:srgbClr val="FBAE40"/>
          </p15:clr>
        </p15:guide>
        <p15:guide id="4" orient="horz" pos="227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-flat" descr="image-11.jpg">
            <a:extLst>
              <a:ext uri="{FF2B5EF4-FFF2-40B4-BE49-F238E27FC236}">
                <a16:creationId xmlns:a16="http://schemas.microsoft.com/office/drawing/2014/main" id="{75C2318A-DD61-402B-A367-A6B85726FE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" r="8"/>
          <a:stretch>
            <a:fillRect/>
          </a:stretch>
        </p:blipFill>
        <p:spPr>
          <a:xfrm>
            <a:off x="0" y="0"/>
            <a:ext cx="12192000" cy="6859129"/>
          </a:xfrm>
          <a:prstGeom prst="rect">
            <a:avLst/>
          </a:prstGeom>
        </p:spPr>
      </p:pic>
      <p:pic>
        <p:nvPicPr>
          <p:cNvPr id="6" name="logo-dga" descr="image-2.png">
            <a:extLst>
              <a:ext uri="{FF2B5EF4-FFF2-40B4-BE49-F238E27FC236}">
                <a16:creationId xmlns:a16="http://schemas.microsoft.com/office/drawing/2014/main" id="{9A072CD7-65CE-4C94-98D9-CDFC4DF4D6A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8" r="48"/>
          <a:stretch>
            <a:fillRect/>
          </a:stretch>
        </p:blipFill>
        <p:spPr>
          <a:xfrm>
            <a:off x="4477173" y="2987040"/>
            <a:ext cx="2867378" cy="882791"/>
          </a:xfrm>
          <a:prstGeom prst="rect">
            <a:avLst/>
          </a:prstGeom>
        </p:spPr>
      </p:pic>
      <p:sp>
        <p:nvSpPr>
          <p:cNvPr id="11" name="SecloreFooter">
            <a:extLst>
              <a:ext uri="{FF2B5EF4-FFF2-40B4-BE49-F238E27FC236}">
                <a16:creationId xmlns:a16="http://schemas.microsoft.com/office/drawing/2014/main" id="{7C94650F-36DD-4EEE-A432-E7AEE3904F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464616"/>
            <a:ext cx="12192000" cy="281378"/>
          </a:xfrm>
        </p:spPr>
        <p:txBody>
          <a:bodyPr/>
          <a:lstStyle>
            <a:lvl1pPr>
              <a:defRPr sz="1200">
                <a:latin typeface="DiodrumArabic-Medium" panose="00000600000000000000" pitchFamily="2" charset="-78"/>
                <a:cs typeface="DiodrumArabic-Medium" panose="00000600000000000000" pitchFamily="2" charset="-78"/>
              </a:defRPr>
            </a:lvl1pPr>
          </a:lstStyle>
          <a:p>
            <a:r>
              <a:rPr lang="en-US"/>
              <a:t>Restricted - </a:t>
            </a:r>
            <a:r>
              <a:rPr lang="ar-SA"/>
              <a:t>مقيد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813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  <p15:guide id="2" pos="4128">
          <p15:clr>
            <a:srgbClr val="FBAE40"/>
          </p15:clr>
        </p15:guide>
        <p15:guide id="3" orient="horz" pos="135">
          <p15:clr>
            <a:srgbClr val="FBAE40"/>
          </p15:clr>
        </p15:guide>
        <p15:guide id="4" orient="horz" pos="2277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g-flat" descr="image-1.jpg">
            <a:extLst>
              <a:ext uri="{FF2B5EF4-FFF2-40B4-BE49-F238E27FC236}">
                <a16:creationId xmlns:a16="http://schemas.microsoft.com/office/drawing/2014/main" id="{584FDC5F-368D-4894-970C-3DBFD379BB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" r="8"/>
          <a:stretch>
            <a:fillRect/>
          </a:stretch>
        </p:blipFill>
        <p:spPr>
          <a:xfrm flipH="1">
            <a:off x="0" y="0"/>
            <a:ext cx="12192000" cy="6859129"/>
          </a:xfrm>
          <a:prstGeom prst="rect">
            <a:avLst/>
          </a:prstGeom>
        </p:spPr>
      </p:pic>
      <p:pic>
        <p:nvPicPr>
          <p:cNvPr id="8" name="logo-dga" descr="image-2.png">
            <a:extLst>
              <a:ext uri="{FF2B5EF4-FFF2-40B4-BE49-F238E27FC236}">
                <a16:creationId xmlns:a16="http://schemas.microsoft.com/office/drawing/2014/main" id="{D43EC58E-17CF-42FF-91F0-9039593B54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69" b="69"/>
          <a:stretch>
            <a:fillRect/>
          </a:stretch>
        </p:blipFill>
        <p:spPr>
          <a:xfrm>
            <a:off x="9861973" y="532836"/>
            <a:ext cx="1609796" cy="494453"/>
          </a:xfrm>
          <a:prstGeom prst="rect">
            <a:avLst/>
          </a:prstGeom>
        </p:spPr>
      </p:pic>
      <p:pic>
        <p:nvPicPr>
          <p:cNvPr id="9" name="logo-qudratak" descr="image-3.png">
            <a:extLst>
              <a:ext uri="{FF2B5EF4-FFF2-40B4-BE49-F238E27FC236}">
                <a16:creationId xmlns:a16="http://schemas.microsoft.com/office/drawing/2014/main" id="{1B2ED7BB-ABCC-4BDA-ABAF-68520E6FB2C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31" r="131"/>
          <a:stretch>
            <a:fillRect/>
          </a:stretch>
        </p:blipFill>
        <p:spPr>
          <a:xfrm>
            <a:off x="7836186" y="532836"/>
            <a:ext cx="1402644" cy="53681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DBCE1AD-7BB5-4A71-8B4E-CE5D18EF56D2}"/>
              </a:ext>
            </a:extLst>
          </p:cNvPr>
          <p:cNvCxnSpPr/>
          <p:nvPr userDrawn="1"/>
        </p:nvCxnSpPr>
        <p:spPr>
          <a:xfrm>
            <a:off x="9550400" y="532836"/>
            <a:ext cx="0" cy="487680"/>
          </a:xfrm>
          <a:prstGeom prst="line">
            <a:avLst/>
          </a:prstGeom>
          <a:ln w="127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ecloreFooter">
            <a:extLst>
              <a:ext uri="{FF2B5EF4-FFF2-40B4-BE49-F238E27FC236}">
                <a16:creationId xmlns:a16="http://schemas.microsoft.com/office/drawing/2014/main" id="{9DBA2678-E4D4-4F84-B96A-F699C24D4B0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464616"/>
            <a:ext cx="12192000" cy="281378"/>
          </a:xfrm>
        </p:spPr>
        <p:txBody>
          <a:bodyPr/>
          <a:lstStyle>
            <a:lvl1pPr>
              <a:defRPr sz="1200"/>
            </a:lvl1pPr>
          </a:lstStyle>
          <a:p>
            <a:r>
              <a:rPr lang="en-US"/>
              <a:t>Restricted - </a:t>
            </a:r>
            <a:r>
              <a:rPr lang="ar-SA"/>
              <a:t>مقيد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6143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-flat" descr="image-11.jpg">
            <a:extLst>
              <a:ext uri="{FF2B5EF4-FFF2-40B4-BE49-F238E27FC236}">
                <a16:creationId xmlns:a16="http://schemas.microsoft.com/office/drawing/2014/main" id="{7843F026-56CA-4A66-AF3C-4A6D47A47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5000"/>
          </a:blip>
          <a:srcRect l="8" r="8"/>
          <a:stretch>
            <a:fillRect/>
          </a:stretch>
        </p:blipFill>
        <p:spPr>
          <a:xfrm>
            <a:off x="0" y="0"/>
            <a:ext cx="12192000" cy="6859129"/>
          </a:xfrm>
          <a:prstGeom prst="rect">
            <a:avLst/>
          </a:prstGeom>
        </p:spPr>
      </p:pic>
      <p:sp>
        <p:nvSpPr>
          <p:cNvPr id="12" name="SecloreFooter">
            <a:extLst>
              <a:ext uri="{FF2B5EF4-FFF2-40B4-BE49-F238E27FC236}">
                <a16:creationId xmlns:a16="http://schemas.microsoft.com/office/drawing/2014/main" id="{683AB1CE-94CB-43B3-87DF-40DC3B6AE3F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464616"/>
            <a:ext cx="12192000" cy="281378"/>
          </a:xfrm>
        </p:spPr>
        <p:txBody>
          <a:bodyPr/>
          <a:lstStyle>
            <a:lvl1pPr>
              <a:defRPr sz="1200">
                <a:latin typeface="DiodrumArabic-Medium" panose="00000600000000000000" pitchFamily="2" charset="-78"/>
                <a:cs typeface="DiodrumArabic-Medium" panose="00000600000000000000" pitchFamily="2" charset="-78"/>
              </a:defRPr>
            </a:lvl1pPr>
          </a:lstStyle>
          <a:p>
            <a:r>
              <a:rPr lang="en-US"/>
              <a:t>Restricted - </a:t>
            </a:r>
            <a:r>
              <a:rPr lang="ar-SA"/>
              <a:t>مقيد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3554D16-E81B-4DA3-8416-09B77FD1B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6668" y="502870"/>
            <a:ext cx="8430192" cy="1007593"/>
          </a:xfrm>
        </p:spPr>
        <p:txBody>
          <a:bodyPr>
            <a:normAutofit/>
          </a:bodyPr>
          <a:lstStyle>
            <a:lvl1pPr algn="r" rtl="1">
              <a:defRPr sz="3556" b="0">
                <a:ln w="12700">
                  <a:noFill/>
                </a:ln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defRPr>
            </a:lvl1pPr>
          </a:lstStyle>
          <a:p>
            <a:r>
              <a:rPr lang="ar-SA" dirty="0"/>
              <a:t>عنوان رئيسي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10389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  <p15:guide id="2" pos="4128">
          <p15:clr>
            <a:srgbClr val="FBAE40"/>
          </p15:clr>
        </p15:guide>
        <p15:guide id="3" orient="horz" pos="135">
          <p15:clr>
            <a:srgbClr val="FBAE40"/>
          </p15:clr>
        </p15:guide>
        <p15:guide id="4" orient="horz" pos="2277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-left">
            <a:extLst>
              <a:ext uri="{FF2B5EF4-FFF2-40B4-BE49-F238E27FC236}">
                <a16:creationId xmlns:a16="http://schemas.microsoft.com/office/drawing/2014/main" id="{18A2B880-5C06-479F-8330-2DE03B08A0DE}"/>
              </a:ext>
            </a:extLst>
          </p:cNvPr>
          <p:cNvSpPr txBox="1"/>
          <p:nvPr userDrawn="1"/>
        </p:nvSpPr>
        <p:spPr>
          <a:xfrm>
            <a:off x="8310703" y="6556079"/>
            <a:ext cx="2487860" cy="1093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spcAft>
                <a:spcPts val="0"/>
              </a:spcAft>
            </a:pPr>
            <a:r>
              <a:rPr lang="ar-SA" sz="711" b="0" dirty="0">
                <a:solidFill>
                  <a:schemeClr val="tx1">
                    <a:alpha val="50000"/>
                  </a:schemeClr>
                </a:solidFill>
                <a:latin typeface="DiodrumArabic-Regular"/>
                <a:ea typeface="DiodrumArabic-Regular"/>
                <a:cs typeface="DiodrumArabic-Regular"/>
              </a:rPr>
              <a:t>تطوير القيادات في مجال الذكاء الاصطناعي لكبار القادة الحكوميين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5BFF15-1B1E-444C-B348-7FBFA5BD00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78146" y="6448212"/>
            <a:ext cx="671988" cy="325120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D31568-2782-4533-816B-1FD73D12A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8992" y="6540218"/>
            <a:ext cx="168139" cy="130178"/>
          </a:xfrm>
          <a:noFill/>
        </p:spPr>
        <p:txBody>
          <a:bodyPr wrap="none" lIns="0" tIns="0" rIns="0" bIns="0" anchor="ctr">
            <a:spAutoFit/>
          </a:bodyPr>
          <a:lstStyle>
            <a:lvl1pPr>
              <a:defRPr lang="en-US" sz="846" b="0" smtClean="0">
                <a:solidFill>
                  <a:srgbClr val="753BBD"/>
                </a:solidFill>
                <a:latin typeface="DiodrumArabic-Bold"/>
                <a:ea typeface="DiodrumArabic-Bold"/>
                <a:cs typeface="DiodrumArabic-Bold"/>
              </a:defRPr>
            </a:lvl1pPr>
          </a:lstStyle>
          <a:p>
            <a:pPr algn="l"/>
            <a:fld id="{C1FF6DA9-008F-8B48-92A6-B652298478BF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9" name="rule">
            <a:extLst>
              <a:ext uri="{FF2B5EF4-FFF2-40B4-BE49-F238E27FC236}">
                <a16:creationId xmlns:a16="http://schemas.microsoft.com/office/drawing/2014/main" id="{DEB63035-875F-44D5-B338-2E208EEB84FC}"/>
              </a:ext>
            </a:extLst>
          </p:cNvPr>
          <p:cNvSpPr/>
          <p:nvPr userDrawn="1"/>
        </p:nvSpPr>
        <p:spPr>
          <a:xfrm>
            <a:off x="541867" y="1397564"/>
            <a:ext cx="11108267" cy="13547"/>
          </a:xfrm>
          <a:prstGeom prst="rect">
            <a:avLst/>
          </a:prstGeom>
          <a:solidFill>
            <a:srgbClr val="E0E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319" b="0">
              <a:latin typeface="DiodrumArabic-Regular"/>
              <a:cs typeface="DiodrumArabic-Regular"/>
            </a:endParaRPr>
          </a:p>
        </p:txBody>
      </p:sp>
      <p:sp>
        <p:nvSpPr>
          <p:cNvPr id="20" name="rule">
            <a:extLst>
              <a:ext uri="{FF2B5EF4-FFF2-40B4-BE49-F238E27FC236}">
                <a16:creationId xmlns:a16="http://schemas.microsoft.com/office/drawing/2014/main" id="{7B0BC02C-582B-42B8-A415-A9F6C9A4AA23}"/>
              </a:ext>
            </a:extLst>
          </p:cNvPr>
          <p:cNvSpPr/>
          <p:nvPr userDrawn="1"/>
        </p:nvSpPr>
        <p:spPr>
          <a:xfrm>
            <a:off x="541867" y="6418859"/>
            <a:ext cx="11108267" cy="13547"/>
          </a:xfrm>
          <a:prstGeom prst="rect">
            <a:avLst/>
          </a:prstGeom>
          <a:solidFill>
            <a:srgbClr val="E0E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319" b="0">
              <a:latin typeface="DiodrumArabic-Regular"/>
              <a:cs typeface="DiodrumArabic-Regular"/>
            </a:endParaRPr>
          </a:p>
        </p:txBody>
      </p:sp>
      <p:sp>
        <p:nvSpPr>
          <p:cNvPr id="23" name="SecloreFooter">
            <a:extLst>
              <a:ext uri="{FF2B5EF4-FFF2-40B4-BE49-F238E27FC236}">
                <a16:creationId xmlns:a16="http://schemas.microsoft.com/office/drawing/2014/main" id="{184EFBEE-87E8-45D1-90C8-DDF173E78AF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464616"/>
            <a:ext cx="12192000" cy="281378"/>
          </a:xfrm>
        </p:spPr>
        <p:txBody>
          <a:bodyPr/>
          <a:lstStyle>
            <a:lvl1pPr>
              <a:defRPr sz="1200">
                <a:latin typeface="DiodrumArabic-Medium" panose="00000600000000000000" pitchFamily="2" charset="-78"/>
                <a:cs typeface="DiodrumArabic-Medium" panose="00000600000000000000" pitchFamily="2" charset="-78"/>
              </a:defRPr>
            </a:lvl1pPr>
          </a:lstStyle>
          <a:p>
            <a:r>
              <a:rPr lang="en-US"/>
              <a:t>Restricted - </a:t>
            </a:r>
            <a:r>
              <a:rPr lang="ar-SA"/>
              <a:t>مقيد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146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  <p15:guide id="2" pos="4128">
          <p15:clr>
            <a:srgbClr val="FBAE40"/>
          </p15:clr>
        </p15:guide>
        <p15:guide id="3" orient="horz" pos="135">
          <p15:clr>
            <a:srgbClr val="FBAE40"/>
          </p15:clr>
        </p15:guide>
        <p15:guide id="4" orient="horz" pos="227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g-flat" descr="image-5.jpg">
            <a:extLst>
              <a:ext uri="{FF2B5EF4-FFF2-40B4-BE49-F238E27FC236}">
                <a16:creationId xmlns:a16="http://schemas.microsoft.com/office/drawing/2014/main" id="{A2D1F5AF-DF1E-424F-935C-7B217ED1DD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" r="8"/>
          <a:stretch>
            <a:fillRect/>
          </a:stretch>
        </p:blipFill>
        <p:spPr>
          <a:xfrm flipH="1">
            <a:off x="0" y="0"/>
            <a:ext cx="12192000" cy="6859129"/>
          </a:xfrm>
          <a:prstGeom prst="rect">
            <a:avLst/>
          </a:prstGeom>
        </p:spPr>
      </p:pic>
      <p:sp>
        <p:nvSpPr>
          <p:cNvPr id="14" name="SecloreFooter">
            <a:extLst>
              <a:ext uri="{FF2B5EF4-FFF2-40B4-BE49-F238E27FC236}">
                <a16:creationId xmlns:a16="http://schemas.microsoft.com/office/drawing/2014/main" id="{7DEA56E4-583F-4662-8F24-13C5CE34790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464616"/>
            <a:ext cx="12192000" cy="281378"/>
          </a:xfrm>
        </p:spPr>
        <p:txBody>
          <a:bodyPr/>
          <a:lstStyle>
            <a:lvl1pPr>
              <a:defRPr sz="1200">
                <a:latin typeface="DiodrumArabic-Medium" panose="00000600000000000000" pitchFamily="2" charset="-78"/>
                <a:cs typeface="DiodrumArabic-Medium" panose="00000600000000000000" pitchFamily="2" charset="-78"/>
              </a:defRPr>
            </a:lvl1pPr>
          </a:lstStyle>
          <a:p>
            <a:r>
              <a:rPr lang="en-US"/>
              <a:t>Restricted - </a:t>
            </a:r>
            <a:r>
              <a:rPr lang="ar-SA"/>
              <a:t>مقيد</a:t>
            </a:r>
            <a:endParaRPr lang="en-US" dirty="0"/>
          </a:p>
        </p:txBody>
      </p:sp>
      <p:pic>
        <p:nvPicPr>
          <p:cNvPr id="4" name="logo-dga" descr="image-2.png">
            <a:extLst>
              <a:ext uri="{FF2B5EF4-FFF2-40B4-BE49-F238E27FC236}">
                <a16:creationId xmlns:a16="http://schemas.microsoft.com/office/drawing/2014/main" id="{1116ADD1-AD29-44EB-80DA-B9FA65EEC6E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69" b="69"/>
          <a:stretch>
            <a:fillRect/>
          </a:stretch>
        </p:blipFill>
        <p:spPr>
          <a:xfrm>
            <a:off x="10223480" y="415878"/>
            <a:ext cx="1609796" cy="49445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49FB92-7A5F-4A69-A931-E86A2BFBF9B3}"/>
              </a:ext>
            </a:extLst>
          </p:cNvPr>
          <p:cNvCxnSpPr/>
          <p:nvPr userDrawn="1"/>
        </p:nvCxnSpPr>
        <p:spPr>
          <a:xfrm>
            <a:off x="9911907" y="415878"/>
            <a:ext cx="0" cy="487680"/>
          </a:xfrm>
          <a:prstGeom prst="line">
            <a:avLst/>
          </a:prstGeom>
          <a:ln w="127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7353D4D-1EC9-4C18-BCDF-E9229FD0F0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50" t="23390" r="20045" b="34777"/>
          <a:stretch/>
        </p:blipFill>
        <p:spPr>
          <a:xfrm>
            <a:off x="7700017" y="299382"/>
            <a:ext cx="1796000" cy="73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637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  <p15:guide id="2" pos="4128">
          <p15:clr>
            <a:srgbClr val="FBAE40"/>
          </p15:clr>
        </p15:guide>
        <p15:guide id="3" orient="horz" pos="135">
          <p15:clr>
            <a:srgbClr val="FBAE40"/>
          </p15:clr>
        </p15:guide>
        <p15:guide id="4" orient="horz" pos="22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-flat" descr="image-11.jpg">
            <a:extLst>
              <a:ext uri="{FF2B5EF4-FFF2-40B4-BE49-F238E27FC236}">
                <a16:creationId xmlns:a16="http://schemas.microsoft.com/office/drawing/2014/main" id="{75C2318A-DD61-402B-A367-A6B85726FE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" r="8"/>
          <a:stretch>
            <a:fillRect/>
          </a:stretch>
        </p:blipFill>
        <p:spPr>
          <a:xfrm>
            <a:off x="0" y="0"/>
            <a:ext cx="12192000" cy="6859129"/>
          </a:xfrm>
          <a:prstGeom prst="rect">
            <a:avLst/>
          </a:prstGeom>
        </p:spPr>
      </p:pic>
      <p:pic>
        <p:nvPicPr>
          <p:cNvPr id="6" name="logo-dga" descr="image-2.png">
            <a:extLst>
              <a:ext uri="{FF2B5EF4-FFF2-40B4-BE49-F238E27FC236}">
                <a16:creationId xmlns:a16="http://schemas.microsoft.com/office/drawing/2014/main" id="{9A072CD7-65CE-4C94-98D9-CDFC4DF4D6A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8" r="48"/>
          <a:stretch>
            <a:fillRect/>
          </a:stretch>
        </p:blipFill>
        <p:spPr>
          <a:xfrm>
            <a:off x="4477173" y="2987040"/>
            <a:ext cx="2867378" cy="882791"/>
          </a:xfrm>
          <a:prstGeom prst="rect">
            <a:avLst/>
          </a:prstGeom>
        </p:spPr>
      </p:pic>
      <p:sp>
        <p:nvSpPr>
          <p:cNvPr id="11" name="SecloreFooter">
            <a:extLst>
              <a:ext uri="{FF2B5EF4-FFF2-40B4-BE49-F238E27FC236}">
                <a16:creationId xmlns:a16="http://schemas.microsoft.com/office/drawing/2014/main" id="{7C94650F-36DD-4EEE-A432-E7AEE3904F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464616"/>
            <a:ext cx="12192000" cy="281378"/>
          </a:xfrm>
        </p:spPr>
        <p:txBody>
          <a:bodyPr/>
          <a:lstStyle>
            <a:lvl1pPr>
              <a:defRPr sz="1200">
                <a:latin typeface="DiodrumArabic-Medium" panose="00000600000000000000" pitchFamily="2" charset="-78"/>
                <a:cs typeface="DiodrumArabic-Medium" panose="00000600000000000000" pitchFamily="2" charset="-78"/>
              </a:defRPr>
            </a:lvl1pPr>
          </a:lstStyle>
          <a:p>
            <a:r>
              <a:rPr lang="en-US"/>
              <a:t>Restricted - </a:t>
            </a:r>
            <a:r>
              <a:rPr lang="ar-SA"/>
              <a:t>مقيد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60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  <p15:guide id="2" pos="4128">
          <p15:clr>
            <a:srgbClr val="FBAE40"/>
          </p15:clr>
        </p15:guide>
        <p15:guide id="3" orient="horz" pos="135">
          <p15:clr>
            <a:srgbClr val="FBAE40"/>
          </p15:clr>
        </p15:guide>
        <p15:guide id="4" orient="horz" pos="227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8C49C9E-12A0-868A-4B5A-9497552D98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2390952026"/>
              </p:ext>
            </p:extLst>
          </p:nvPr>
        </p:nvGraphicFramePr>
        <p:xfrm>
          <a:off x="1590" y="1590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think-cell Slide" r:id="rId15" imgW="404" imgH="405" progId="TCLayout.ActiveDocument.1">
                  <p:embed/>
                </p:oleObj>
              </mc:Choice>
              <mc:Fallback>
                <p:oleObj name="think-cell Slide" r:id="rId15" imgW="404" imgH="40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8C49C9E-12A0-868A-4B5A-9497552D98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90" y="1590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C7CB50-2B6D-4FDA-A32D-181413148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0F775-8E19-4933-8CA0-3388875CE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C299A-4A6E-4170-9C3C-030A35040F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 dirty="0"/>
          </a:p>
        </p:txBody>
      </p:sp>
      <p:sp>
        <p:nvSpPr>
          <p:cNvPr id="5" name="SecloreFooter">
            <a:extLst>
              <a:ext uri="{FF2B5EF4-FFF2-40B4-BE49-F238E27FC236}">
                <a16:creationId xmlns:a16="http://schemas.microsoft.com/office/drawing/2014/main" id="{C094F7CB-4F5C-4A59-84E8-7169798B74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0C231"/>
                </a:solidFill>
              </a:defRPr>
            </a:lvl1pPr>
          </a:lstStyle>
          <a:p>
            <a:r>
              <a:rPr lang="en-PH"/>
              <a:t>Restricted - </a:t>
            </a:r>
            <a:r>
              <a:rPr lang="ar-SA"/>
              <a:t>مقيد</a:t>
            </a:r>
            <a:endParaRPr lang="en-P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B9959-7909-4D96-B8C7-0891DCDF06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9EF615-E246-4FA6-9E75-123AAEB83405}" type="slidenum">
              <a:rPr lang="en-PH" smtClean="0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217337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711" r:id="rId4"/>
    <p:sldLayoutId id="2147483686" r:id="rId5"/>
    <p:sldLayoutId id="2147483713" r:id="rId6"/>
    <p:sldLayoutId id="2147483714" r:id="rId7"/>
    <p:sldLayoutId id="2147483709" r:id="rId8"/>
    <p:sldLayoutId id="2147483715" r:id="rId9"/>
    <p:sldLayoutId id="2147483707" r:id="rId10"/>
    <p:sldLayoutId id="2147483692" r:id="rId11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dt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488245"/>
            <a:ext cx="10837333" cy="20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2844802"/>
            <a:ext cx="10837333" cy="2343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2800" y="5694680"/>
            <a:ext cx="1986844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ecloreFooter"/>
          <p:cNvSpPr>
            <a:spLocks noGrp="1"/>
          </p:cNvSpPr>
          <p:nvPr>
            <p:ph type="ftr" sz="quarter" idx="3"/>
          </p:nvPr>
        </p:nvSpPr>
        <p:spPr>
          <a:xfrm>
            <a:off x="812800" y="5694680"/>
            <a:ext cx="121920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0C231"/>
                </a:solidFill>
              </a:defRPr>
            </a:lvl1pPr>
          </a:lstStyle>
          <a:p>
            <a:r>
              <a:rPr lang="en-US"/>
              <a:t>Restricted - </a:t>
            </a:r>
            <a:r>
              <a:rPr lang="ar-SA"/>
              <a:t>مقيد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42222" y="5694680"/>
            <a:ext cx="1207911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555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</p:sldLayoutIdLst>
  <p:hf hdr="0" dt="0"/>
  <p:txStyles>
    <p:titleStyle>
      <a:lvl1pPr algn="ctr" defTabSz="812810" rtl="0" eaLnBrk="1" latinLnBrk="0" hangingPunct="1">
        <a:spcBef>
          <a:spcPct val="0"/>
        </a:spcBef>
        <a:buNone/>
        <a:defRPr sz="4267" kern="1200">
          <a:solidFill>
            <a:schemeClr val="tx1"/>
          </a:solidFill>
          <a:latin typeface="DiodrumArabic-Bold"/>
          <a:ea typeface="DiodrumArabic-Bold"/>
          <a:cs typeface="DiodrumArabic-Bold"/>
        </a:defRPr>
      </a:lvl1pPr>
    </p:titleStyle>
    <p:bodyStyle>
      <a:lvl1pPr marL="609608" indent="-609608" algn="l" defTabSz="812810" rtl="0" eaLnBrk="1" latinLnBrk="0" hangingPunct="1">
        <a:spcBef>
          <a:spcPct val="20000"/>
        </a:spcBef>
        <a:buFont typeface="Arial"/>
        <a:buChar char="•"/>
        <a:defRPr sz="2844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1pPr>
      <a:lvl2pPr marL="1320817" indent="-508006" algn="l" defTabSz="812810" rtl="0" eaLnBrk="1" latinLnBrk="0" hangingPunct="1">
        <a:spcBef>
          <a:spcPct val="20000"/>
        </a:spcBef>
        <a:buFont typeface="Arial"/>
        <a:buChar char="–"/>
        <a:defRPr sz="2489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2pPr>
      <a:lvl3pPr marL="2032025" indent="-406405" algn="l" defTabSz="812810" rtl="0" eaLnBrk="1" latinLnBrk="0" hangingPunct="1">
        <a:spcBef>
          <a:spcPct val="20000"/>
        </a:spcBef>
        <a:buFont typeface="Arial"/>
        <a:buChar char="•"/>
        <a:defRPr sz="2133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3pPr>
      <a:lvl4pPr marL="2844836" indent="-406405" algn="l" defTabSz="812810" rtl="0" eaLnBrk="1" latinLnBrk="0" hangingPunct="1">
        <a:spcBef>
          <a:spcPct val="20000"/>
        </a:spcBef>
        <a:buFont typeface="Arial"/>
        <a:buChar char="–"/>
        <a:defRPr sz="1956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4pPr>
      <a:lvl5pPr marL="3657646" indent="-406405" algn="l" defTabSz="812810" rtl="0" eaLnBrk="1" latinLnBrk="0" hangingPunct="1">
        <a:spcBef>
          <a:spcPct val="20000"/>
        </a:spcBef>
        <a:buFont typeface="Arial"/>
        <a:buChar char="»"/>
        <a:defRPr sz="1956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5pPr>
      <a:lvl6pPr marL="4470456" indent="-406405" algn="l" defTabSz="812810" rtl="0" eaLnBrk="1" latinLnBrk="0" hangingPunct="1">
        <a:spcBef>
          <a:spcPct val="20000"/>
        </a:spcBef>
        <a:buFont typeface="Arial"/>
        <a:buChar char="•"/>
        <a:defRPr sz="3556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6pPr>
      <a:lvl7pPr marL="5283266" indent="-406405" algn="l" defTabSz="812810" rtl="0" eaLnBrk="1" latinLnBrk="0" hangingPunct="1">
        <a:spcBef>
          <a:spcPct val="20000"/>
        </a:spcBef>
        <a:buFont typeface="Arial"/>
        <a:buChar char="•"/>
        <a:defRPr sz="3556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7pPr>
      <a:lvl8pPr marL="6096076" indent="-406405" algn="l" defTabSz="812810" rtl="0" eaLnBrk="1" latinLnBrk="0" hangingPunct="1">
        <a:spcBef>
          <a:spcPct val="20000"/>
        </a:spcBef>
        <a:buFont typeface="Arial"/>
        <a:buChar char="•"/>
        <a:defRPr sz="3556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8pPr>
      <a:lvl9pPr marL="6908886" indent="-406405" algn="l" defTabSz="812810" rtl="0" eaLnBrk="1" latinLnBrk="0" hangingPunct="1">
        <a:spcBef>
          <a:spcPct val="20000"/>
        </a:spcBef>
        <a:buFont typeface="Arial"/>
        <a:buChar char="•"/>
        <a:defRPr sz="3556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9pPr>
    </p:bodyStyle>
    <p:otherStyle>
      <a:defPPr>
        <a:defRPr lang="en-US">
          <a:latin typeface="DiodrumArabic-Regular"/>
          <a:cs typeface="DiodrumArabic-Regular"/>
        </a:defRPr>
      </a:defPPr>
      <a:lvl1pPr marL="0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1pPr>
      <a:lvl2pPr marL="812810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2pPr>
      <a:lvl3pPr marL="1625620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3pPr>
      <a:lvl4pPr marL="2438430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4pPr>
      <a:lvl5pPr marL="3251241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5pPr>
      <a:lvl6pPr marL="4064051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6pPr>
      <a:lvl7pPr marL="4876861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7pPr>
      <a:lvl8pPr marL="5689671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8pPr>
      <a:lvl9pPr marL="6502481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488245"/>
            <a:ext cx="10837333" cy="20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2844802"/>
            <a:ext cx="10837333" cy="2343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2800" y="5694680"/>
            <a:ext cx="1986844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ecloreFooter"/>
          <p:cNvSpPr>
            <a:spLocks noGrp="1"/>
          </p:cNvSpPr>
          <p:nvPr>
            <p:ph type="ftr" sz="quarter" idx="3"/>
          </p:nvPr>
        </p:nvSpPr>
        <p:spPr>
          <a:xfrm>
            <a:off x="812800" y="5694680"/>
            <a:ext cx="121920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0C231"/>
                </a:solidFill>
              </a:defRPr>
            </a:lvl1pPr>
          </a:lstStyle>
          <a:p>
            <a:r>
              <a:rPr lang="en-US"/>
              <a:t>Restricted - </a:t>
            </a:r>
            <a:r>
              <a:rPr lang="ar-SA"/>
              <a:t>مقيد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42222" y="5694680"/>
            <a:ext cx="1207911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2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</p:sldLayoutIdLst>
  <p:hf hdr="0" dt="0"/>
  <p:txStyles>
    <p:titleStyle>
      <a:lvl1pPr algn="ctr" defTabSz="812810" rtl="0" eaLnBrk="1" latinLnBrk="0" hangingPunct="1">
        <a:spcBef>
          <a:spcPct val="0"/>
        </a:spcBef>
        <a:buNone/>
        <a:defRPr sz="4267" kern="1200">
          <a:solidFill>
            <a:schemeClr val="tx1"/>
          </a:solidFill>
          <a:latin typeface="DiodrumArabic-Bold"/>
          <a:ea typeface="DiodrumArabic-Bold"/>
          <a:cs typeface="DiodrumArabic-Bold"/>
        </a:defRPr>
      </a:lvl1pPr>
    </p:titleStyle>
    <p:bodyStyle>
      <a:lvl1pPr marL="609608" indent="-609608" algn="l" defTabSz="812810" rtl="0" eaLnBrk="1" latinLnBrk="0" hangingPunct="1">
        <a:spcBef>
          <a:spcPct val="20000"/>
        </a:spcBef>
        <a:buFont typeface="Arial"/>
        <a:buChar char="•"/>
        <a:defRPr sz="2844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1pPr>
      <a:lvl2pPr marL="1320817" indent="-508006" algn="l" defTabSz="812810" rtl="0" eaLnBrk="1" latinLnBrk="0" hangingPunct="1">
        <a:spcBef>
          <a:spcPct val="20000"/>
        </a:spcBef>
        <a:buFont typeface="Arial"/>
        <a:buChar char="–"/>
        <a:defRPr sz="2489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2pPr>
      <a:lvl3pPr marL="2032025" indent="-406405" algn="l" defTabSz="812810" rtl="0" eaLnBrk="1" latinLnBrk="0" hangingPunct="1">
        <a:spcBef>
          <a:spcPct val="20000"/>
        </a:spcBef>
        <a:buFont typeface="Arial"/>
        <a:buChar char="•"/>
        <a:defRPr sz="2133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3pPr>
      <a:lvl4pPr marL="2844836" indent="-406405" algn="l" defTabSz="812810" rtl="0" eaLnBrk="1" latinLnBrk="0" hangingPunct="1">
        <a:spcBef>
          <a:spcPct val="20000"/>
        </a:spcBef>
        <a:buFont typeface="Arial"/>
        <a:buChar char="–"/>
        <a:defRPr sz="1956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4pPr>
      <a:lvl5pPr marL="3657646" indent="-406405" algn="l" defTabSz="812810" rtl="0" eaLnBrk="1" latinLnBrk="0" hangingPunct="1">
        <a:spcBef>
          <a:spcPct val="20000"/>
        </a:spcBef>
        <a:buFont typeface="Arial"/>
        <a:buChar char="»"/>
        <a:defRPr sz="1956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5pPr>
      <a:lvl6pPr marL="4470456" indent="-406405" algn="l" defTabSz="812810" rtl="0" eaLnBrk="1" latinLnBrk="0" hangingPunct="1">
        <a:spcBef>
          <a:spcPct val="20000"/>
        </a:spcBef>
        <a:buFont typeface="Arial"/>
        <a:buChar char="•"/>
        <a:defRPr sz="3556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6pPr>
      <a:lvl7pPr marL="5283266" indent="-406405" algn="l" defTabSz="812810" rtl="0" eaLnBrk="1" latinLnBrk="0" hangingPunct="1">
        <a:spcBef>
          <a:spcPct val="20000"/>
        </a:spcBef>
        <a:buFont typeface="Arial"/>
        <a:buChar char="•"/>
        <a:defRPr sz="3556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7pPr>
      <a:lvl8pPr marL="6096076" indent="-406405" algn="l" defTabSz="812810" rtl="0" eaLnBrk="1" latinLnBrk="0" hangingPunct="1">
        <a:spcBef>
          <a:spcPct val="20000"/>
        </a:spcBef>
        <a:buFont typeface="Arial"/>
        <a:buChar char="•"/>
        <a:defRPr sz="3556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8pPr>
      <a:lvl9pPr marL="6908886" indent="-406405" algn="l" defTabSz="812810" rtl="0" eaLnBrk="1" latinLnBrk="0" hangingPunct="1">
        <a:spcBef>
          <a:spcPct val="20000"/>
        </a:spcBef>
        <a:buFont typeface="Arial"/>
        <a:buChar char="•"/>
        <a:defRPr sz="3556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9pPr>
    </p:bodyStyle>
    <p:otherStyle>
      <a:defPPr>
        <a:defRPr lang="en-US">
          <a:latin typeface="DiodrumArabic-Regular"/>
          <a:cs typeface="DiodrumArabic-Regular"/>
        </a:defRPr>
      </a:defPPr>
      <a:lvl1pPr marL="0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1pPr>
      <a:lvl2pPr marL="812810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2pPr>
      <a:lvl3pPr marL="1625620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3pPr>
      <a:lvl4pPr marL="2438430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4pPr>
      <a:lvl5pPr marL="3251241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5pPr>
      <a:lvl6pPr marL="4064051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6pPr>
      <a:lvl7pPr marL="4876861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7pPr>
      <a:lvl8pPr marL="5689671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8pPr>
      <a:lvl9pPr marL="6502481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18.xml.rels><?xml version="1.0" encoding="UTF-8" standalone="yes"?>
<Relationships xmlns="http://schemas.openxmlformats.org/package/2006/relationships"><Relationship Id="rId3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19.xml.rels><?xml version="1.0" encoding="UTF-8" standalone="yes"?>
<Relationships xmlns="http://schemas.openxmlformats.org/package/2006/relationships"><Relationship Id="rId3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5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ccent-bar"/>
          <p:cNvSpPr/>
          <p:nvPr/>
        </p:nvSpPr>
        <p:spPr>
          <a:xfrm>
            <a:off x="11090205" y="4300255"/>
            <a:ext cx="381564" cy="5192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12810">
              <a:buClrTx/>
            </a:pPr>
            <a:endParaRPr sz="3200" kern="1200">
              <a:solidFill>
                <a:prstClr val="white"/>
              </a:solidFill>
              <a:latin typeface="DiodrumArabic-Regular"/>
              <a:cs typeface="DiodrumArabic-Regular"/>
            </a:endParaRPr>
          </a:p>
        </p:txBody>
      </p:sp>
      <p:sp>
        <p:nvSpPr>
          <p:cNvPr id="8" name="title"/>
          <p:cNvSpPr txBox="1"/>
          <p:nvPr/>
        </p:nvSpPr>
        <p:spPr>
          <a:xfrm>
            <a:off x="4713403" y="2819966"/>
            <a:ext cx="6769656" cy="5254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defTabSz="812810" rtl="1">
              <a:lnSpc>
                <a:spcPct val="118000"/>
              </a:lnSpc>
              <a:buClrTx/>
            </a:pPr>
            <a:r>
              <a:rPr lang="ar-SA" sz="3200" kern="1200" dirty="0">
                <a:solidFill>
                  <a:srgbClr val="FFFFFF"/>
                </a:solidFill>
                <a:latin typeface="DiodrumArabic-Bold"/>
                <a:cs typeface="DiodrumArabic-Bold"/>
              </a:rPr>
              <a:t>برنامج القدرات الرقمية </a:t>
            </a:r>
          </a:p>
        </p:txBody>
      </p:sp>
      <p:sp>
        <p:nvSpPr>
          <p:cNvPr id="9" name="subtitle"/>
          <p:cNvSpPr txBox="1"/>
          <p:nvPr/>
        </p:nvSpPr>
        <p:spPr>
          <a:xfrm>
            <a:off x="4115929" y="4475233"/>
            <a:ext cx="7367129" cy="3422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defTabSz="812810" rtl="1">
              <a:lnSpc>
                <a:spcPct val="140000"/>
              </a:lnSpc>
              <a:buClrTx/>
            </a:pPr>
            <a:r>
              <a:rPr lang="ar-SA" sz="1800" kern="1200" dirty="0">
                <a:solidFill>
                  <a:srgbClr val="1CC182"/>
                </a:solidFill>
                <a:latin typeface="DiodrumArabic-Semibold"/>
                <a:ea typeface="DiodrumArabic-Semibold"/>
                <a:cs typeface="DiodrumArabic-Semibold"/>
              </a:rPr>
              <a:t>تقرير سير الاعمال </a:t>
            </a:r>
          </a:p>
        </p:txBody>
      </p:sp>
      <p:sp>
        <p:nvSpPr>
          <p:cNvPr id="10" name="srcline"/>
          <p:cNvSpPr txBox="1"/>
          <p:nvPr/>
        </p:nvSpPr>
        <p:spPr>
          <a:xfrm>
            <a:off x="10202193" y="5542845"/>
            <a:ext cx="1269579" cy="1460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 defTabSz="812810" rtl="1">
              <a:buClrTx/>
            </a:pPr>
            <a:r>
              <a:rPr lang="ar-SA" sz="949" kern="1200" dirty="0">
                <a:solidFill>
                  <a:srgbClr val="FFFFFF">
                    <a:alpha val="50000"/>
                  </a:srgbClr>
                </a:solidFill>
                <a:latin typeface="DiodrumArabic-Regular"/>
                <a:ea typeface="DiodrumArabic-Regular"/>
                <a:cs typeface="DiodrumArabic-Regular"/>
              </a:rPr>
              <a:t>يونيو – يوليو – أغسطس </a:t>
            </a:r>
          </a:p>
        </p:txBody>
      </p:sp>
      <p:sp>
        <p:nvSpPr>
          <p:cNvPr id="2" name="SecloreFooter">
            <a:extLst>
              <a:ext uri="{FF2B5EF4-FFF2-40B4-BE49-F238E27FC236}">
                <a16:creationId xmlns:a16="http://schemas.microsoft.com/office/drawing/2014/main" id="{2A282A1F-6A46-4227-8D54-376E4514F0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5694680"/>
            <a:ext cx="12192000" cy="649111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82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A1A7BE08-70B4-42B0-A8B0-61E19E526E03}"/>
              </a:ext>
            </a:extLst>
          </p:cNvPr>
          <p:cNvSpPr txBox="1"/>
          <p:nvPr/>
        </p:nvSpPr>
        <p:spPr>
          <a:xfrm>
            <a:off x="9042053" y="1468899"/>
            <a:ext cx="1011495" cy="3847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 defTabSz="812810" rtl="1">
              <a:buClrTx/>
            </a:pPr>
            <a:r>
              <a:rPr lang="ar-SA" sz="2500" kern="1200" dirty="0">
                <a:solidFill>
                  <a:prstClr val="white"/>
                </a:solidFill>
                <a:latin typeface="DiodrumArabic-Bold"/>
                <a:ea typeface="DiodrumArabic-Bold"/>
                <a:cs typeface="DiodrumArabic-Bold"/>
              </a:rPr>
              <a:t>الاجندة </a:t>
            </a:r>
          </a:p>
        </p:txBody>
      </p:sp>
      <p:sp>
        <p:nvSpPr>
          <p:cNvPr id="6" name="s1">
            <a:extLst>
              <a:ext uri="{FF2B5EF4-FFF2-40B4-BE49-F238E27FC236}">
                <a16:creationId xmlns:a16="http://schemas.microsoft.com/office/drawing/2014/main" id="{923E833C-079F-461A-A0D1-AA0811D1FC5A}"/>
              </a:ext>
            </a:extLst>
          </p:cNvPr>
          <p:cNvSpPr/>
          <p:nvPr/>
        </p:nvSpPr>
        <p:spPr>
          <a:xfrm>
            <a:off x="4106819" y="2091832"/>
            <a:ext cx="5449339" cy="1320800"/>
          </a:xfrm>
          <a:prstGeom prst="roundRect">
            <a:avLst>
              <a:gd name="adj" fmla="val 8333"/>
            </a:avLst>
          </a:prstGeom>
          <a:solidFill>
            <a:schemeClr val="tx1">
              <a:alpha val="25000"/>
            </a:schemeClr>
          </a:solidFill>
          <a:ln w="7144">
            <a:noFill/>
          </a:ln>
          <a:effectLst>
            <a:outerShdw blurRad="76200" dist="23812" dir="5400000" rotWithShape="0">
              <a:srgbClr val="24135F">
                <a:alpha val="1098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12810">
              <a:buClrTx/>
            </a:pPr>
            <a:endParaRPr sz="3200" kern="1200">
              <a:solidFill>
                <a:prstClr val="white"/>
              </a:solidFill>
              <a:latin typeface="DiodrumArabic-Regular"/>
              <a:cs typeface="DiodrumArabic-Regular"/>
            </a:endParaRPr>
          </a:p>
        </p:txBody>
      </p:sp>
      <p:sp>
        <p:nvSpPr>
          <p:cNvPr id="7" name="s1-num-badge">
            <a:extLst>
              <a:ext uri="{FF2B5EF4-FFF2-40B4-BE49-F238E27FC236}">
                <a16:creationId xmlns:a16="http://schemas.microsoft.com/office/drawing/2014/main" id="{DC654F3F-F816-4190-B9C6-CE98FD7DB2FC}"/>
              </a:ext>
            </a:extLst>
          </p:cNvPr>
          <p:cNvSpPr/>
          <p:nvPr/>
        </p:nvSpPr>
        <p:spPr>
          <a:xfrm>
            <a:off x="8848210" y="2483589"/>
            <a:ext cx="489044" cy="474133"/>
          </a:xfrm>
          <a:prstGeom prst="roundRect">
            <a:avLst>
              <a:gd name="adj" fmla="val 28599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2700000" scaled="1"/>
          </a:gradFill>
          <a:ln>
            <a:noFill/>
          </a:ln>
          <a:effectLst>
            <a:outerShdw blurRad="57150" dist="19050" dir="5400000" rotWithShape="0">
              <a:srgbClr val="24135F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12810">
              <a:buClrTx/>
            </a:pPr>
            <a:endParaRPr sz="3200" kern="1200">
              <a:solidFill>
                <a:prstClr val="white"/>
              </a:solidFill>
              <a:latin typeface="DiodrumArabic-Regular"/>
              <a:cs typeface="DiodrumArabic-Regular"/>
            </a:endParaRPr>
          </a:p>
        </p:txBody>
      </p:sp>
      <p:sp>
        <p:nvSpPr>
          <p:cNvPr id="9" name="s1-title">
            <a:extLst>
              <a:ext uri="{FF2B5EF4-FFF2-40B4-BE49-F238E27FC236}">
                <a16:creationId xmlns:a16="http://schemas.microsoft.com/office/drawing/2014/main" id="{42541569-01BE-4408-9C56-06104FC0BD40}"/>
              </a:ext>
            </a:extLst>
          </p:cNvPr>
          <p:cNvSpPr txBox="1"/>
          <p:nvPr/>
        </p:nvSpPr>
        <p:spPr>
          <a:xfrm>
            <a:off x="6829161" y="2270197"/>
            <a:ext cx="1774525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 defTabSz="812810" rtl="1">
              <a:buClrTx/>
            </a:pPr>
            <a:r>
              <a:rPr lang="ar-SA" sz="2000" kern="1200" dirty="0">
                <a:solidFill>
                  <a:prstClr val="white"/>
                </a:solidFill>
                <a:latin typeface="DiodrumArabic-Semibold"/>
                <a:ea typeface="DiodrumArabic-Semibold"/>
                <a:cs typeface="DiodrumArabic-Semibold"/>
              </a:rPr>
              <a:t>البرامج التدريبية </a:t>
            </a:r>
          </a:p>
        </p:txBody>
      </p:sp>
      <p:sp>
        <p:nvSpPr>
          <p:cNvPr id="10" name="s1-desc">
            <a:extLst>
              <a:ext uri="{FF2B5EF4-FFF2-40B4-BE49-F238E27FC236}">
                <a16:creationId xmlns:a16="http://schemas.microsoft.com/office/drawing/2014/main" id="{99B3A33A-0587-4A64-8812-2F50C64A5809}"/>
              </a:ext>
            </a:extLst>
          </p:cNvPr>
          <p:cNvSpPr txBox="1"/>
          <p:nvPr/>
        </p:nvSpPr>
        <p:spPr>
          <a:xfrm>
            <a:off x="4507369" y="2622411"/>
            <a:ext cx="409631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ar-SA" sz="1400" dirty="0">
                <a:solidFill>
                  <a:schemeClr val="accent2"/>
                </a:solidFill>
                <a:latin typeface="☞DIODRUM ARABIC SEMIBOLD" panose="00000700000000000000" pitchFamily="2" charset="-78"/>
                <a:ea typeface="Tajawal"/>
                <a:cs typeface="☞DIODRUM ARABIC SEMIBOLD" panose="00000700000000000000" pitchFamily="2" charset="-78"/>
              </a:rPr>
              <a:t>1.1</a:t>
            </a:r>
            <a:r>
              <a:rPr lang="ar-SA" sz="1400" dirty="0">
                <a:solidFill>
                  <a:srgbClr val="FFFFFF"/>
                </a:solidFill>
                <a:latin typeface="☞DIODRUM ARABIC SEMIBOLD" panose="00000700000000000000" pitchFamily="2" charset="-78"/>
                <a:ea typeface="Tajawal" pitchFamily="34" charset="-122"/>
                <a:cs typeface="☞DIODRUM ARABIC SEMIBOLD" panose="00000700000000000000" pitchFamily="2" charset="-78"/>
              </a:rPr>
              <a:t>   المنجزات </a:t>
            </a:r>
            <a:endParaRPr lang="en-US" sz="1400" dirty="0">
              <a:latin typeface="☞DIODRUM ARABIC SEMIBOLD" panose="00000700000000000000" pitchFamily="2" charset="-78"/>
              <a:ea typeface="Tajawal"/>
              <a:cs typeface="☞DIODRUM ARABIC SEMIBOLD" panose="00000700000000000000" pitchFamily="2" charset="-78"/>
            </a:endParaRPr>
          </a:p>
        </p:txBody>
      </p:sp>
      <p:sp>
        <p:nvSpPr>
          <p:cNvPr id="47" name="s1-num">
            <a:extLst>
              <a:ext uri="{FF2B5EF4-FFF2-40B4-BE49-F238E27FC236}">
                <a16:creationId xmlns:a16="http://schemas.microsoft.com/office/drawing/2014/main" id="{400676EE-7803-421C-A525-0C30F2A5F760}"/>
              </a:ext>
            </a:extLst>
          </p:cNvPr>
          <p:cNvSpPr txBox="1"/>
          <p:nvPr/>
        </p:nvSpPr>
        <p:spPr>
          <a:xfrm>
            <a:off x="8965278" y="2573405"/>
            <a:ext cx="259686" cy="2973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defTabSz="812810">
              <a:buClrTx/>
            </a:pPr>
            <a:r>
              <a:rPr lang="en-US" sz="1932" kern="1200" dirty="0">
                <a:solidFill>
                  <a:srgbClr val="FFFFFF"/>
                </a:solidFill>
                <a:latin typeface="DiodrumArabic-Bold"/>
                <a:ea typeface="DiodrumArabic-Bold"/>
                <a:cs typeface="DiodrumArabic-Bold"/>
              </a:rPr>
              <a:t>01</a:t>
            </a:r>
          </a:p>
        </p:txBody>
      </p:sp>
      <p:sp>
        <p:nvSpPr>
          <p:cNvPr id="2" name="SecloreFooter">
            <a:extLst>
              <a:ext uri="{FF2B5EF4-FFF2-40B4-BE49-F238E27FC236}">
                <a16:creationId xmlns:a16="http://schemas.microsoft.com/office/drawing/2014/main" id="{1B43696F-F98F-473A-978E-845299766F7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464617"/>
            <a:ext cx="12192000" cy="281378"/>
          </a:xfrm>
        </p:spPr>
        <p:txBody>
          <a:bodyPr/>
          <a:lstStyle/>
          <a:p>
            <a:pPr defTabSz="812810">
              <a:buClrTx/>
            </a:pPr>
            <a:r>
              <a:rPr lang="en-US" sz="1200" kern="1200">
                <a:ea typeface="+mn-ea"/>
              </a:rPr>
              <a:t>Restricted - </a:t>
            </a:r>
            <a:r>
              <a:rPr lang="ar-SA" sz="1200" kern="1200">
                <a:ea typeface="+mn-ea"/>
              </a:rPr>
              <a:t>مقيد</a:t>
            </a:r>
            <a:endParaRPr lang="en-US" sz="1200" kern="1200">
              <a:ea typeface="+mn-ea"/>
            </a:endParaRPr>
          </a:p>
        </p:txBody>
      </p:sp>
      <p:sp>
        <p:nvSpPr>
          <p:cNvPr id="43" name="s1">
            <a:extLst>
              <a:ext uri="{FF2B5EF4-FFF2-40B4-BE49-F238E27FC236}">
                <a16:creationId xmlns:a16="http://schemas.microsoft.com/office/drawing/2014/main" id="{CDE6CF5D-5F12-4B2B-826C-F5AFF0FAF38E}"/>
              </a:ext>
            </a:extLst>
          </p:cNvPr>
          <p:cNvSpPr/>
          <p:nvPr/>
        </p:nvSpPr>
        <p:spPr>
          <a:xfrm>
            <a:off x="3978111" y="3746047"/>
            <a:ext cx="5592799" cy="2334241"/>
          </a:xfrm>
          <a:prstGeom prst="roundRect">
            <a:avLst>
              <a:gd name="adj" fmla="val 8333"/>
            </a:avLst>
          </a:prstGeom>
          <a:solidFill>
            <a:schemeClr val="tx1">
              <a:alpha val="25000"/>
            </a:schemeClr>
          </a:solidFill>
          <a:ln w="7144">
            <a:noFill/>
          </a:ln>
          <a:effectLst>
            <a:outerShdw blurRad="76200" dist="23812" dir="5400000" rotWithShape="0">
              <a:srgbClr val="24135F">
                <a:alpha val="1098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12810">
              <a:buClrTx/>
            </a:pPr>
            <a:endParaRPr sz="3200" kern="1200">
              <a:solidFill>
                <a:prstClr val="white"/>
              </a:solidFill>
              <a:latin typeface="DiodrumArabic-Regular"/>
              <a:cs typeface="DiodrumArabic-Regular"/>
            </a:endParaRPr>
          </a:p>
        </p:txBody>
      </p:sp>
      <p:sp>
        <p:nvSpPr>
          <p:cNvPr id="44" name="s1-num-badge">
            <a:extLst>
              <a:ext uri="{FF2B5EF4-FFF2-40B4-BE49-F238E27FC236}">
                <a16:creationId xmlns:a16="http://schemas.microsoft.com/office/drawing/2014/main" id="{F03734BE-C036-493D-8D6D-07C7C07A0B21}"/>
              </a:ext>
            </a:extLst>
          </p:cNvPr>
          <p:cNvSpPr/>
          <p:nvPr/>
        </p:nvSpPr>
        <p:spPr>
          <a:xfrm>
            <a:off x="8862961" y="4166085"/>
            <a:ext cx="489044" cy="474133"/>
          </a:xfrm>
          <a:prstGeom prst="roundRect">
            <a:avLst>
              <a:gd name="adj" fmla="val 28599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2700000" scaled="1"/>
          </a:gradFill>
          <a:ln>
            <a:noFill/>
          </a:ln>
          <a:effectLst>
            <a:outerShdw blurRad="57150" dist="19050" dir="5400000" rotWithShape="0">
              <a:srgbClr val="24135F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12810">
              <a:buClrTx/>
            </a:pPr>
            <a:endParaRPr sz="3200" kern="1200">
              <a:solidFill>
                <a:prstClr val="white"/>
              </a:solidFill>
              <a:latin typeface="DiodrumArabic-Regular"/>
              <a:cs typeface="DiodrumArabic-Regular"/>
            </a:endParaRPr>
          </a:p>
        </p:txBody>
      </p:sp>
      <p:sp>
        <p:nvSpPr>
          <p:cNvPr id="45" name="s1-title">
            <a:extLst>
              <a:ext uri="{FF2B5EF4-FFF2-40B4-BE49-F238E27FC236}">
                <a16:creationId xmlns:a16="http://schemas.microsoft.com/office/drawing/2014/main" id="{D56A321E-7496-4E92-9C3B-A5840AF0DE1A}"/>
              </a:ext>
            </a:extLst>
          </p:cNvPr>
          <p:cNvSpPr txBox="1"/>
          <p:nvPr/>
        </p:nvSpPr>
        <p:spPr>
          <a:xfrm>
            <a:off x="6382116" y="3952693"/>
            <a:ext cx="2252220" cy="45967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 defTabSz="812810" rtl="1">
              <a:buClrTx/>
            </a:pPr>
            <a:r>
              <a:rPr lang="ar-SA" sz="1600" kern="1200" dirty="0">
                <a:solidFill>
                  <a:prstClr val="white"/>
                </a:solidFill>
                <a:latin typeface="DiodrumArabic-Semibold"/>
                <a:ea typeface="DiodrumArabic-Semibold"/>
                <a:cs typeface="DiodrumArabic-Semibold"/>
              </a:rPr>
              <a:t> </a:t>
            </a:r>
            <a:r>
              <a:rPr lang="ar-SA" sz="1600" kern="1200" dirty="0">
                <a:solidFill>
                  <a:prstClr val="white"/>
                </a:solidFill>
                <a:latin typeface="DiodrumArabic-Semibold"/>
                <a:cs typeface="DiodrumArabic-Semibold"/>
              </a:rPr>
              <a:t>الجهود والمبادرات القائمة</a:t>
            </a:r>
            <a:endParaRPr lang="en-US" sz="1600" kern="1200" dirty="0">
              <a:solidFill>
                <a:prstClr val="white"/>
              </a:solidFill>
              <a:latin typeface="DiodrumArabic-Semibold"/>
              <a:cs typeface="DiodrumArabic-Semibold"/>
            </a:endParaRPr>
          </a:p>
          <a:p>
            <a:pPr algn="r" defTabSz="812810" rtl="1">
              <a:buClrTx/>
            </a:pPr>
            <a:r>
              <a:rPr lang="ar-SA" sz="1387" kern="1200" dirty="0">
                <a:solidFill>
                  <a:prstClr val="white"/>
                </a:solidFill>
                <a:latin typeface="DiodrumArabic-Semibold"/>
                <a:cs typeface="DiodrumArabic-Semibold"/>
              </a:rPr>
              <a:t> </a:t>
            </a:r>
          </a:p>
        </p:txBody>
      </p:sp>
      <p:sp>
        <p:nvSpPr>
          <p:cNvPr id="52" name="s1-num">
            <a:extLst>
              <a:ext uri="{FF2B5EF4-FFF2-40B4-BE49-F238E27FC236}">
                <a16:creationId xmlns:a16="http://schemas.microsoft.com/office/drawing/2014/main" id="{4DCF8C99-73D8-4CAE-819A-5F1826492367}"/>
              </a:ext>
            </a:extLst>
          </p:cNvPr>
          <p:cNvSpPr txBox="1"/>
          <p:nvPr/>
        </p:nvSpPr>
        <p:spPr>
          <a:xfrm>
            <a:off x="8965601" y="4255901"/>
            <a:ext cx="288541" cy="2973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defTabSz="812810">
              <a:buClrTx/>
            </a:pPr>
            <a:r>
              <a:rPr lang="en-US" sz="1932" kern="1200" dirty="0">
                <a:solidFill>
                  <a:srgbClr val="FFFFFF"/>
                </a:solidFill>
                <a:latin typeface="DiodrumArabic-Bold"/>
                <a:ea typeface="DiodrumArabic-Bold"/>
                <a:cs typeface="DiodrumArabic-Bold"/>
              </a:rPr>
              <a:t>02</a:t>
            </a:r>
          </a:p>
        </p:txBody>
      </p:sp>
      <p:sp>
        <p:nvSpPr>
          <p:cNvPr id="24" name="s1-desc">
            <a:extLst>
              <a:ext uri="{FF2B5EF4-FFF2-40B4-BE49-F238E27FC236}">
                <a16:creationId xmlns:a16="http://schemas.microsoft.com/office/drawing/2014/main" id="{08E0D0D9-5123-4662-979A-F972C3067058}"/>
              </a:ext>
            </a:extLst>
          </p:cNvPr>
          <p:cNvSpPr txBox="1"/>
          <p:nvPr/>
        </p:nvSpPr>
        <p:spPr>
          <a:xfrm>
            <a:off x="4518367" y="2906786"/>
            <a:ext cx="409631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ar-SA" sz="1400" dirty="0">
                <a:solidFill>
                  <a:schemeClr val="accent2"/>
                </a:solidFill>
                <a:latin typeface="☞DIODRUM ARABIC SEMIBOLD" panose="00000700000000000000" pitchFamily="2" charset="-78"/>
                <a:ea typeface="Tajawal"/>
                <a:cs typeface="☞DIODRUM ARABIC SEMIBOLD" panose="00000700000000000000" pitchFamily="2" charset="-78"/>
              </a:rPr>
              <a:t>1.2</a:t>
            </a:r>
            <a:r>
              <a:rPr lang="ar-SA" sz="1400" dirty="0">
                <a:solidFill>
                  <a:srgbClr val="FFFFFF"/>
                </a:solidFill>
                <a:latin typeface="☞DIODRUM ARABIC SEMIBOLD" panose="00000700000000000000" pitchFamily="2" charset="-78"/>
                <a:ea typeface="Tajawal" pitchFamily="34" charset="-122"/>
                <a:cs typeface="☞DIODRUM ARABIC SEMIBOLD" panose="00000700000000000000" pitchFamily="2" charset="-78"/>
              </a:rPr>
              <a:t>   المخطط لشهر سبتمبر  </a:t>
            </a:r>
            <a:endParaRPr lang="en-US" sz="1400" dirty="0">
              <a:latin typeface="☞DIODRUM ARABIC SEMIBOLD" panose="00000700000000000000" pitchFamily="2" charset="-78"/>
              <a:ea typeface="Tajawal"/>
              <a:cs typeface="☞DIODRUM ARABIC SEMIBOLD" panose="00000700000000000000" pitchFamily="2" charset="-78"/>
            </a:endParaRPr>
          </a:p>
        </p:txBody>
      </p:sp>
      <p:sp>
        <p:nvSpPr>
          <p:cNvPr id="26" name="s1-desc">
            <a:extLst>
              <a:ext uri="{FF2B5EF4-FFF2-40B4-BE49-F238E27FC236}">
                <a16:creationId xmlns:a16="http://schemas.microsoft.com/office/drawing/2014/main" id="{7101A8BF-9DD8-42E4-A401-17F4FC1FD482}"/>
              </a:ext>
            </a:extLst>
          </p:cNvPr>
          <p:cNvSpPr txBox="1"/>
          <p:nvPr/>
        </p:nvSpPr>
        <p:spPr>
          <a:xfrm>
            <a:off x="4591429" y="4394023"/>
            <a:ext cx="409631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ar-SA" sz="1400" dirty="0">
                <a:solidFill>
                  <a:schemeClr val="accent2"/>
                </a:solidFill>
                <a:latin typeface="☞DIODRUM ARABIC SEMIBOLD" panose="00000700000000000000" pitchFamily="2" charset="-78"/>
                <a:ea typeface="Tajawal"/>
                <a:cs typeface="☞DIODRUM ARABIC SEMIBOLD" panose="00000700000000000000" pitchFamily="2" charset="-78"/>
              </a:rPr>
              <a:t>2.1</a:t>
            </a:r>
            <a:r>
              <a:rPr lang="ar-SA" sz="1400" dirty="0">
                <a:solidFill>
                  <a:srgbClr val="FFFFFF"/>
                </a:solidFill>
                <a:latin typeface="☞DIODRUM ARABIC SEMIBOLD" panose="00000700000000000000" pitchFamily="2" charset="-78"/>
                <a:ea typeface="Tajawal" pitchFamily="34" charset="-122"/>
                <a:cs typeface="☞DIODRUM ARABIC SEMIBOLD" panose="00000700000000000000" pitchFamily="2" charset="-78"/>
              </a:rPr>
              <a:t> أعمال مبادرة الذكاء الإصطناعي مع وزارة الاتصالات </a:t>
            </a:r>
            <a:endParaRPr lang="en-US" sz="1400" dirty="0">
              <a:solidFill>
                <a:srgbClr val="FFFFFF"/>
              </a:solidFill>
              <a:latin typeface="☞DIODRUM ARABIC SEMIBOLD" panose="00000700000000000000" pitchFamily="2" charset="-78"/>
              <a:ea typeface="Tajawal" pitchFamily="34" charset="-122"/>
              <a:cs typeface="☞DIODRUM ARABIC SEMIBOLD" panose="00000700000000000000" pitchFamily="2" charset="-78"/>
            </a:endParaRPr>
          </a:p>
        </p:txBody>
      </p:sp>
      <p:sp>
        <p:nvSpPr>
          <p:cNvPr id="27" name="s1-desc">
            <a:extLst>
              <a:ext uri="{FF2B5EF4-FFF2-40B4-BE49-F238E27FC236}">
                <a16:creationId xmlns:a16="http://schemas.microsoft.com/office/drawing/2014/main" id="{938C1499-C464-4CF9-90DF-E0FEFCAD999B}"/>
              </a:ext>
            </a:extLst>
          </p:cNvPr>
          <p:cNvSpPr txBox="1"/>
          <p:nvPr/>
        </p:nvSpPr>
        <p:spPr>
          <a:xfrm>
            <a:off x="4053527" y="4738815"/>
            <a:ext cx="4653171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ar-SA" sz="1400" dirty="0">
                <a:solidFill>
                  <a:schemeClr val="accent2"/>
                </a:solidFill>
                <a:latin typeface="☞DIODRUM ARABIC SEMIBOLD" panose="00000700000000000000" pitchFamily="2" charset="-78"/>
                <a:ea typeface="Tajawal"/>
                <a:cs typeface="☞DIODRUM ARABIC SEMIBOLD" panose="00000700000000000000" pitchFamily="2" charset="-78"/>
              </a:rPr>
              <a:t>2.2</a:t>
            </a:r>
            <a:r>
              <a:rPr lang="ar-SA" sz="1400" dirty="0">
                <a:solidFill>
                  <a:srgbClr val="FFFFFF"/>
                </a:solidFill>
                <a:latin typeface="☞DIODRUM ARABIC SEMIBOLD" panose="00000700000000000000" pitchFamily="2" charset="-78"/>
                <a:ea typeface="Tajawal" pitchFamily="34" charset="-122"/>
                <a:cs typeface="☞DIODRUM ARABIC SEMIBOLD" panose="00000700000000000000" pitchFamily="2" charset="-78"/>
              </a:rPr>
              <a:t>  مبادرة تعزيز استفادة الجهات الحكومية من خدمات الإدارة العامه  </a:t>
            </a:r>
            <a:endParaRPr lang="en-US" sz="1400" dirty="0">
              <a:latin typeface="☞DIODRUM ARABIC SEMIBOLD" panose="00000700000000000000" pitchFamily="2" charset="-78"/>
              <a:ea typeface="Tajawal"/>
              <a:cs typeface="☞DIODRUM ARABIC SEMIBOLD" panose="00000700000000000000" pitchFamily="2" charset="-78"/>
            </a:endParaRPr>
          </a:p>
        </p:txBody>
      </p:sp>
      <p:sp>
        <p:nvSpPr>
          <p:cNvPr id="28" name="s1-desc">
            <a:extLst>
              <a:ext uri="{FF2B5EF4-FFF2-40B4-BE49-F238E27FC236}">
                <a16:creationId xmlns:a16="http://schemas.microsoft.com/office/drawing/2014/main" id="{22D39CAA-65D1-42C7-8ECC-C867638E9FC2}"/>
              </a:ext>
            </a:extLst>
          </p:cNvPr>
          <p:cNvSpPr txBox="1"/>
          <p:nvPr/>
        </p:nvSpPr>
        <p:spPr>
          <a:xfrm>
            <a:off x="4642936" y="5307144"/>
            <a:ext cx="409631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ar-SA" sz="1400" dirty="0">
                <a:solidFill>
                  <a:schemeClr val="accent2"/>
                </a:solidFill>
                <a:latin typeface="☞DIODRUM ARABIC SEMIBOLD" panose="00000700000000000000" pitchFamily="2" charset="-78"/>
                <a:ea typeface="Tajawal"/>
                <a:cs typeface="☞DIODRUM ARABIC SEMIBOLD" panose="00000700000000000000" pitchFamily="2" charset="-78"/>
              </a:rPr>
              <a:t>2.3</a:t>
            </a:r>
            <a:r>
              <a:rPr lang="ar-SA" sz="1400" dirty="0">
                <a:solidFill>
                  <a:srgbClr val="FFFFFF"/>
                </a:solidFill>
                <a:latin typeface="☞DIODRUM ARABIC SEMIBOLD" panose="00000700000000000000" pitchFamily="2" charset="-78"/>
                <a:ea typeface="Tajawal" pitchFamily="34" charset="-122"/>
                <a:cs typeface="☞DIODRUM ARABIC SEMIBOLD" panose="00000700000000000000" pitchFamily="2" charset="-78"/>
              </a:rPr>
              <a:t>   جائزة الحكومة الرقمية لدول مجلس التعاون لدول الخليج العربية  </a:t>
            </a:r>
            <a:endParaRPr lang="en-US" sz="1400" dirty="0">
              <a:latin typeface="☞DIODRUM ARABIC SEMIBOLD" panose="00000700000000000000" pitchFamily="2" charset="-78"/>
              <a:ea typeface="Tajawal"/>
              <a:cs typeface="☞DIODRUM ARABIC SEMIBOLD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93209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5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g-num"/>
          <p:cNvSpPr txBox="1"/>
          <p:nvPr/>
        </p:nvSpPr>
        <p:spPr>
          <a:xfrm>
            <a:off x="255129" y="2044007"/>
            <a:ext cx="2418932" cy="276998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812810">
              <a:buClrTx/>
            </a:pPr>
            <a:r>
              <a:rPr lang="en-US" sz="18000" kern="1200" dirty="0">
                <a:solidFill>
                  <a:srgbClr val="1CC182"/>
                </a:solidFill>
                <a:latin typeface="DiodrumArabic-Bold"/>
                <a:ea typeface="DiodrumArabic-Bold"/>
                <a:cs typeface="DiodrumArabic-Bold"/>
              </a:rPr>
              <a:t>01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3607929" y="3182903"/>
            <a:ext cx="7875129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defTabSz="812810" rtl="1">
              <a:buClrTx/>
            </a:pPr>
            <a:r>
              <a:rPr lang="ar-SA" sz="3200" kern="1200" dirty="0">
                <a:solidFill>
                  <a:srgbClr val="FFFFFF"/>
                </a:solidFill>
                <a:latin typeface="DiodrumArabic-Bold"/>
                <a:ea typeface="DiodrumArabic-Bold"/>
                <a:cs typeface="DiodrumArabic-Bold"/>
              </a:rPr>
              <a:t>البرامج التدريبية </a:t>
            </a:r>
          </a:p>
        </p:txBody>
      </p:sp>
      <p:sp>
        <p:nvSpPr>
          <p:cNvPr id="8" name="prog1"/>
          <p:cNvSpPr/>
          <p:nvPr/>
        </p:nvSpPr>
        <p:spPr>
          <a:xfrm>
            <a:off x="10972800" y="2159565"/>
            <a:ext cx="508000" cy="6547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12810">
              <a:buClrTx/>
            </a:pPr>
            <a:endParaRPr sz="3200" kern="1200">
              <a:solidFill>
                <a:prstClr val="white"/>
              </a:solidFill>
              <a:latin typeface="DiodrumArabic-Regular"/>
              <a:cs typeface="DiodrumArabic-Regular"/>
            </a:endParaRPr>
          </a:p>
        </p:txBody>
      </p:sp>
      <p:sp>
        <p:nvSpPr>
          <p:cNvPr id="9" name="prog2"/>
          <p:cNvSpPr/>
          <p:nvPr/>
        </p:nvSpPr>
        <p:spPr>
          <a:xfrm>
            <a:off x="10363200" y="2159565"/>
            <a:ext cx="508000" cy="65476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12810">
              <a:buClrTx/>
            </a:pPr>
            <a:endParaRPr sz="3200" kern="1200">
              <a:solidFill>
                <a:prstClr val="white"/>
              </a:solidFill>
              <a:latin typeface="DiodrumArabic-Regular"/>
              <a:cs typeface="DiodrumArabic-Regular"/>
            </a:endParaRPr>
          </a:p>
        </p:txBody>
      </p:sp>
      <p:sp>
        <p:nvSpPr>
          <p:cNvPr id="2" name="SecloreFooter">
            <a:extLst>
              <a:ext uri="{FF2B5EF4-FFF2-40B4-BE49-F238E27FC236}">
                <a16:creationId xmlns:a16="http://schemas.microsoft.com/office/drawing/2014/main" id="{7C5C409F-5ECF-46AD-96DC-FDA8B9EFC21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464617"/>
            <a:ext cx="12192000" cy="281378"/>
          </a:xfrm>
        </p:spPr>
        <p:txBody>
          <a:bodyPr/>
          <a:lstStyle/>
          <a:p>
            <a:pPr defTabSz="812810">
              <a:buClrTx/>
            </a:pPr>
            <a:r>
              <a:rPr lang="en-US" sz="1200" kern="1200">
                <a:ea typeface="+mn-ea"/>
              </a:rPr>
              <a:t>Restricted - </a:t>
            </a:r>
            <a:r>
              <a:rPr lang="ar-SA" sz="1200" kern="1200">
                <a:ea typeface="+mn-ea"/>
              </a:rPr>
              <a:t>مقيد</a:t>
            </a:r>
            <a:endParaRPr lang="en-US" sz="1200" kern="1200"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94732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021ADDF-8E2C-45B8-BF02-B7B1F89E2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224" y="455907"/>
            <a:ext cx="6975460" cy="522501"/>
          </a:xfrm>
        </p:spPr>
        <p:txBody>
          <a:bodyPr/>
          <a:lstStyle/>
          <a:p>
            <a:r>
              <a:rPr lang="ar-SA" sz="2000" dirty="0">
                <a:solidFill>
                  <a:schemeClr val="accent2">
                    <a:lumMod val="75000"/>
                  </a:schemeClr>
                </a:solidFill>
              </a:rPr>
              <a:t>البرامج التدريبية 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7" name="s1-num-badge">
            <a:extLst>
              <a:ext uri="{FF2B5EF4-FFF2-40B4-BE49-F238E27FC236}">
                <a16:creationId xmlns:a16="http://schemas.microsoft.com/office/drawing/2014/main" id="{CD5DA493-5272-42FA-8365-A3966CC354D1}"/>
              </a:ext>
            </a:extLst>
          </p:cNvPr>
          <p:cNvSpPr/>
          <p:nvPr/>
        </p:nvSpPr>
        <p:spPr>
          <a:xfrm>
            <a:off x="10058400" y="398757"/>
            <a:ext cx="714462" cy="643659"/>
          </a:xfrm>
          <a:prstGeom prst="roundRect">
            <a:avLst>
              <a:gd name="adj" fmla="val 28599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2700000" scaled="1"/>
          </a:gradFill>
          <a:ln>
            <a:noFill/>
          </a:ln>
          <a:effectLst>
            <a:outerShdw blurRad="57150" dist="19050" dir="5400000" rotWithShape="0">
              <a:srgbClr val="24135F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12810">
              <a:buClrTx/>
            </a:pPr>
            <a:endParaRPr sz="3200" kern="1200">
              <a:solidFill>
                <a:prstClr val="white"/>
              </a:solidFill>
              <a:latin typeface="DiodrumArabic-Regular"/>
              <a:cs typeface="DiodrumArabic-Regular"/>
            </a:endParaRPr>
          </a:p>
        </p:txBody>
      </p:sp>
      <p:sp>
        <p:nvSpPr>
          <p:cNvPr id="78" name="s1-num">
            <a:extLst>
              <a:ext uri="{FF2B5EF4-FFF2-40B4-BE49-F238E27FC236}">
                <a16:creationId xmlns:a16="http://schemas.microsoft.com/office/drawing/2014/main" id="{9D3DF26F-E9FA-4C13-87DC-40C0A14A2F2C}"/>
              </a:ext>
            </a:extLst>
          </p:cNvPr>
          <p:cNvSpPr txBox="1"/>
          <p:nvPr/>
        </p:nvSpPr>
        <p:spPr>
          <a:xfrm>
            <a:off x="10235467" y="493235"/>
            <a:ext cx="379385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defTabSz="812810">
              <a:buClrTx/>
            </a:pPr>
            <a:r>
              <a:rPr lang="en-US" sz="2800" kern="1200" dirty="0">
                <a:solidFill>
                  <a:srgbClr val="FFFFFF"/>
                </a:solidFill>
                <a:latin typeface="DiodrumArabic-Bold"/>
                <a:ea typeface="DiodrumArabic-Bold"/>
                <a:cs typeface="DiodrumArabic-Bold"/>
              </a:rPr>
              <a:t>01</a:t>
            </a:r>
            <a:endParaRPr lang="en-US" sz="1932" kern="1200" dirty="0">
              <a:solidFill>
                <a:srgbClr val="FFFFFF"/>
              </a:solidFill>
              <a:latin typeface="DiodrumArabic-Bold"/>
              <a:ea typeface="DiodrumArabic-Bold"/>
              <a:cs typeface="DiodrumArabic-Bold"/>
            </a:endParaRPr>
          </a:p>
        </p:txBody>
      </p:sp>
      <p:sp>
        <p:nvSpPr>
          <p:cNvPr id="79" name="Title 12">
            <a:extLst>
              <a:ext uri="{FF2B5EF4-FFF2-40B4-BE49-F238E27FC236}">
                <a16:creationId xmlns:a16="http://schemas.microsoft.com/office/drawing/2014/main" id="{ADD2FCDD-A898-4E2E-84D7-0170DB3FFE6B}"/>
              </a:ext>
            </a:extLst>
          </p:cNvPr>
          <p:cNvSpPr txBox="1">
            <a:spLocks/>
          </p:cNvSpPr>
          <p:nvPr/>
        </p:nvSpPr>
        <p:spPr>
          <a:xfrm>
            <a:off x="1168273" y="3123883"/>
            <a:ext cx="9251950" cy="590931"/>
          </a:xfrm>
          <a:prstGeom prst="rect">
            <a:avLst/>
          </a:prstGeom>
        </p:spPr>
        <p:txBody>
          <a:bodyPr vert="horz" wrap="square" lIns="0" tIns="45720" rIns="0" bIns="45720" rtlCol="0" anchor="t">
            <a:spAutoFit/>
          </a:bodyPr>
          <a:lstStyle>
            <a:lvl1pPr algn="r" defTabSz="914332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4"/>
                </a:solidFill>
                <a:latin typeface="DiodrumArabic-Bold" panose="00000800000000000000" pitchFamily="2" charset="-78"/>
                <a:ea typeface="+mj-ea"/>
                <a:cs typeface="DiodrumArabic-Bold" panose="00000800000000000000" pitchFamily="2" charset="-78"/>
              </a:defRPr>
            </a:lvl1pPr>
          </a:lstStyle>
          <a:p>
            <a:pPr>
              <a:buClrTx/>
              <a:buFontTx/>
            </a:pPr>
            <a:r>
              <a:rPr lang="ar-SA" sz="3600" dirty="0"/>
              <a:t>1.1 المنجزات </a:t>
            </a:r>
          </a:p>
        </p:txBody>
      </p:sp>
      <p:sp>
        <p:nvSpPr>
          <p:cNvPr id="80" name="Slide Number Placeholder 1">
            <a:extLst>
              <a:ext uri="{FF2B5EF4-FFF2-40B4-BE49-F238E27FC236}">
                <a16:creationId xmlns:a16="http://schemas.microsoft.com/office/drawing/2014/main" id="{62A52D15-03C4-4D9B-AB50-612D2A833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7420" y="6498731"/>
            <a:ext cx="467734" cy="206790"/>
          </a:xfrm>
        </p:spPr>
        <p:txBody>
          <a:bodyPr/>
          <a:lstStyle/>
          <a:p>
            <a:fld id="{679EF615-E246-4FA6-9E75-123AAEB83405}" type="slidenum">
              <a:rPr lang="en-PH" smtClean="0"/>
              <a:pPr/>
              <a:t>4</a:t>
            </a:fld>
            <a:endParaRPr lang="en-PH" dirty="0"/>
          </a:p>
        </p:txBody>
      </p:sp>
      <p:sp>
        <p:nvSpPr>
          <p:cNvPr id="12" name="SecloreFooter">
            <a:extLst>
              <a:ext uri="{FF2B5EF4-FFF2-40B4-BE49-F238E27FC236}">
                <a16:creationId xmlns:a16="http://schemas.microsoft.com/office/drawing/2014/main" id="{3256E98C-32DF-42DD-9307-7E10BBFC890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12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4DC46F29-BFFB-4522-87F9-6CE277B5381C}"/>
              </a:ext>
            </a:extLst>
          </p:cNvPr>
          <p:cNvSpPr/>
          <p:nvPr/>
        </p:nvSpPr>
        <p:spPr>
          <a:xfrm>
            <a:off x="1375531" y="1420157"/>
            <a:ext cx="10592075" cy="987552"/>
          </a:xfrm>
          <a:prstGeom prst="roundRect">
            <a:avLst/>
          </a:prstGeom>
          <a:gradFill>
            <a:gsLst>
              <a:gs pos="0">
                <a:srgbClr val="1D164B"/>
              </a:gs>
              <a:gs pos="90000">
                <a:srgbClr val="3B2D8A"/>
              </a:gs>
            </a:gsLst>
            <a:lin ang="2700000" scaled="1"/>
          </a:gradFill>
          <a:ln w="12700">
            <a:noFill/>
          </a:ln>
          <a:effectLst>
            <a:outerShdw blurRad="190500" algn="tl" rotWithShape="0">
              <a:prstClr val="black">
                <a:alpha val="15000"/>
              </a:prstClr>
            </a:outerShdw>
          </a:effectLst>
        </p:spPr>
        <p:txBody>
          <a:bodyPr wrap="square" tIns="0" rIns="640080" bIns="45720" anchor="ctr">
            <a:noAutofit/>
          </a:bodyPr>
          <a:lstStyle/>
          <a:p>
            <a:pPr algn="r" rtl="1">
              <a:lnSpc>
                <a:spcPct val="120000"/>
              </a:lnSpc>
            </a:pPr>
            <a:endParaRPr lang="ar-SA" sz="900" dirty="0">
              <a:solidFill>
                <a:schemeClr val="accent4"/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36" name="Title 35">
            <a:extLst>
              <a:ext uri="{FF2B5EF4-FFF2-40B4-BE49-F238E27FC236}">
                <a16:creationId xmlns:a16="http://schemas.microsoft.com/office/drawing/2014/main" id="{E545E292-BF3E-A8FF-2389-8318FE576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436" y="154155"/>
            <a:ext cx="10515600" cy="603180"/>
          </a:xfrm>
        </p:spPr>
        <p:txBody>
          <a:bodyPr/>
          <a:lstStyle/>
          <a:p>
            <a:r>
              <a:rPr lang="ar-SA" dirty="0">
                <a:solidFill>
                  <a:schemeClr val="accent2">
                    <a:lumMod val="75000"/>
                  </a:schemeClr>
                </a:solidFill>
              </a:rPr>
              <a:t>1.1</a:t>
            </a:r>
            <a:r>
              <a:rPr lang="ar-SA" dirty="0"/>
              <a:t> المنجزات</a:t>
            </a:r>
            <a:endParaRPr lang="en-US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B2E664A-AF98-B66C-DA5F-0B513761F0C9}"/>
              </a:ext>
            </a:extLst>
          </p:cNvPr>
          <p:cNvCxnSpPr>
            <a:cxnSpLocks/>
          </p:cNvCxnSpPr>
          <p:nvPr/>
        </p:nvCxnSpPr>
        <p:spPr>
          <a:xfrm flipH="1">
            <a:off x="379851" y="796402"/>
            <a:ext cx="11448955" cy="0"/>
          </a:xfrm>
          <a:prstGeom prst="line">
            <a:avLst/>
          </a:prstGeom>
          <a:ln w="28575">
            <a:gradFill flip="none" rotWithShape="1">
              <a:gsLst>
                <a:gs pos="100000">
                  <a:schemeClr val="accent2"/>
                </a:gs>
                <a:gs pos="0">
                  <a:schemeClr val="accent3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92EA03-53D2-4479-8841-E541579E9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7420" y="6498731"/>
            <a:ext cx="467734" cy="206790"/>
          </a:xfrm>
        </p:spPr>
        <p:txBody>
          <a:bodyPr/>
          <a:lstStyle/>
          <a:p>
            <a:fld id="{679EF615-E246-4FA6-9E75-123AAEB83405}" type="slidenum">
              <a:rPr lang="en-PH" smtClean="0"/>
              <a:pPr/>
              <a:t>5</a:t>
            </a:fld>
            <a:endParaRPr lang="en-PH" dirty="0"/>
          </a:p>
        </p:txBody>
      </p:sp>
      <p:sp>
        <p:nvSpPr>
          <p:cNvPr id="68" name="Text 6">
            <a:extLst>
              <a:ext uri="{FF2B5EF4-FFF2-40B4-BE49-F238E27FC236}">
                <a16:creationId xmlns:a16="http://schemas.microsoft.com/office/drawing/2014/main" id="{D26C82EF-055B-4F23-A654-3219F51D7155}"/>
              </a:ext>
            </a:extLst>
          </p:cNvPr>
          <p:cNvSpPr txBox="1"/>
          <p:nvPr/>
        </p:nvSpPr>
        <p:spPr>
          <a:xfrm>
            <a:off x="8615829" y="1586538"/>
            <a:ext cx="304861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 rtl="1">
              <a:buNone/>
            </a:pPr>
            <a:r>
              <a:rPr lang="en-US" sz="1200" kern="0" dirty="0" err="1">
                <a:solidFill>
                  <a:schemeClr val="bg1"/>
                </a:solidFill>
                <a:latin typeface="☞DIODRUM ARABIC SEMIBOLD" pitchFamily="2" charset="-78"/>
                <a:ea typeface="Tajawal" pitchFamily="34" charset="-122"/>
                <a:cs typeface="☞DIODRUM ARABIC SEMIBOLD" pitchFamily="2" charset="-78"/>
              </a:rPr>
              <a:t>إجمالي</a:t>
            </a:r>
            <a:r>
              <a:rPr lang="en-US" sz="1200" kern="0" dirty="0">
                <a:solidFill>
                  <a:schemeClr val="bg1"/>
                </a:solidFill>
                <a:latin typeface="☞DIODRUM ARABIC SEMIBOLD" pitchFamily="2" charset="-78"/>
                <a:ea typeface="Tajawal" pitchFamily="34" charset="-122"/>
                <a:cs typeface="☞DIODRUM ARABIC SEMIBOLD" pitchFamily="2" charset="-78"/>
              </a:rPr>
              <a:t> </a:t>
            </a:r>
            <a:r>
              <a:rPr lang="en-US" sz="1200" kern="0" dirty="0" err="1">
                <a:solidFill>
                  <a:schemeClr val="bg1"/>
                </a:solidFill>
                <a:latin typeface="☞DIODRUM ARABIC SEMIBOLD" pitchFamily="2" charset="-78"/>
                <a:ea typeface="Tajawal" pitchFamily="34" charset="-122"/>
                <a:cs typeface="☞DIODRUM ARABIC SEMIBOLD" pitchFamily="2" charset="-78"/>
              </a:rPr>
              <a:t>المستفيدين</a:t>
            </a:r>
            <a:endParaRPr lang="en-US" sz="1200" dirty="0">
              <a:solidFill>
                <a:schemeClr val="bg1"/>
              </a:solidFill>
              <a:latin typeface="☞DIODRUM ARABIC SEMIBOLD" pitchFamily="2" charset="-78"/>
              <a:cs typeface="☞DIODRUM ARABIC SEMIBOLD" pitchFamily="2" charset="-78"/>
            </a:endParaRPr>
          </a:p>
        </p:txBody>
      </p:sp>
      <p:sp>
        <p:nvSpPr>
          <p:cNvPr id="89" name="Text 7">
            <a:extLst>
              <a:ext uri="{FF2B5EF4-FFF2-40B4-BE49-F238E27FC236}">
                <a16:creationId xmlns:a16="http://schemas.microsoft.com/office/drawing/2014/main" id="{96357DC6-A5B8-4872-B81C-889E4A3B44BA}"/>
              </a:ext>
            </a:extLst>
          </p:cNvPr>
          <p:cNvSpPr txBox="1"/>
          <p:nvPr/>
        </p:nvSpPr>
        <p:spPr>
          <a:xfrm>
            <a:off x="9040709" y="1964732"/>
            <a:ext cx="179387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r" rtl="1">
              <a:buNone/>
              <a:defRPr sz="1200">
                <a:solidFill>
                  <a:schemeClr val="bg1">
                    <a:alpha val="65000"/>
                  </a:schemeClr>
                </a:solidFill>
                <a:latin typeface="DiodrumArabic-Bold" panose="00000800000000000000" pitchFamily="2" charset="-78"/>
                <a:ea typeface="Tajawal" pitchFamily="34" charset="-122"/>
                <a:cs typeface="DiodrumArabic-Bold" panose="00000800000000000000" pitchFamily="2" charset="-78"/>
              </a:defRPr>
            </a:lvl1pPr>
          </a:lstStyle>
          <a:p>
            <a:r>
              <a:rPr lang="en-US" sz="1100" dirty="0" err="1"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مستفيد</a:t>
            </a:r>
            <a:r>
              <a:rPr lang="en-US" sz="1100" dirty="0"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 </a:t>
            </a:r>
            <a:r>
              <a:rPr lang="ar-SA" sz="1100" dirty="0"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حتى أغسطس 2026</a:t>
            </a:r>
            <a:endParaRPr lang="en-US" sz="1100" dirty="0"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91" name="Text 8">
            <a:extLst>
              <a:ext uri="{FF2B5EF4-FFF2-40B4-BE49-F238E27FC236}">
                <a16:creationId xmlns:a16="http://schemas.microsoft.com/office/drawing/2014/main" id="{BA9160DF-2A32-4CA5-98C5-332ED2AAB71E}"/>
              </a:ext>
            </a:extLst>
          </p:cNvPr>
          <p:cNvSpPr txBox="1"/>
          <p:nvPr/>
        </p:nvSpPr>
        <p:spPr>
          <a:xfrm>
            <a:off x="10310302" y="1760632"/>
            <a:ext cx="1374343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 rtl="1">
              <a:buNone/>
            </a:pPr>
            <a:r>
              <a:rPr lang="en-US" sz="3600" dirty="0">
                <a:solidFill>
                  <a:schemeClr val="accent2"/>
                </a:solidFill>
                <a:latin typeface="DiodrumArabic-Bold" panose="00000800000000000000" pitchFamily="2" charset="-78"/>
                <a:ea typeface="Tajawal" pitchFamily="34" charset="-122"/>
                <a:cs typeface="DiodrumArabic-Bold" panose="00000800000000000000" pitchFamily="2" charset="-78"/>
              </a:rPr>
              <a:t>1273</a:t>
            </a:r>
            <a:endParaRPr lang="en-US" sz="3600" dirty="0">
              <a:solidFill>
                <a:schemeClr val="accent2"/>
              </a:solidFill>
              <a:latin typeface="DiodrumArabic-Bold" panose="00000800000000000000" pitchFamily="2" charset="-78"/>
              <a:cs typeface="DiodrumArabic-Bold" panose="00000800000000000000" pitchFamily="2" charset="-78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E078A9E-4CE5-4193-A897-39F145C94209}"/>
              </a:ext>
            </a:extLst>
          </p:cNvPr>
          <p:cNvCxnSpPr>
            <a:cxnSpLocks/>
          </p:cNvCxnSpPr>
          <p:nvPr/>
        </p:nvCxnSpPr>
        <p:spPr>
          <a:xfrm flipV="1">
            <a:off x="8874175" y="1628268"/>
            <a:ext cx="0" cy="640080"/>
          </a:xfrm>
          <a:prstGeom prst="line">
            <a:avLst/>
          </a:prstGeom>
          <a:noFill/>
          <a:ln w="15875" cap="rnd" cmpd="sng" algn="ctr">
            <a:solidFill>
              <a:schemeClr val="bg1">
                <a:alpha val="50000"/>
              </a:schemeClr>
            </a:solidFill>
            <a:prstDash val="solid"/>
            <a:round/>
          </a:ln>
          <a:effectLst/>
        </p:spPr>
      </p:cxnSp>
      <p:sp>
        <p:nvSpPr>
          <p:cNvPr id="94" name="Text 9">
            <a:extLst>
              <a:ext uri="{FF2B5EF4-FFF2-40B4-BE49-F238E27FC236}">
                <a16:creationId xmlns:a16="http://schemas.microsoft.com/office/drawing/2014/main" id="{B9FC14F6-BEC1-40B0-B051-3CC4C9959751}"/>
              </a:ext>
            </a:extLst>
          </p:cNvPr>
          <p:cNvSpPr txBox="1"/>
          <p:nvPr/>
        </p:nvSpPr>
        <p:spPr>
          <a:xfrm>
            <a:off x="5390144" y="1575634"/>
            <a:ext cx="3238805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 rtl="1">
              <a:buNone/>
            </a:pPr>
            <a:r>
              <a:rPr lang="ar-SA" sz="1200" kern="0" dirty="0">
                <a:solidFill>
                  <a:schemeClr val="bg1"/>
                </a:solidFill>
                <a:latin typeface="☞DIODRUM ARABIC SEMIBOLD" pitchFamily="2" charset="-78"/>
                <a:ea typeface="Tajawal" pitchFamily="34" charset="-122"/>
                <a:cs typeface="☞DIODRUM ARABIC SEMIBOLD" pitchFamily="2" charset="-78"/>
              </a:rPr>
              <a:t>إجمالي البرامج وورش العمل </a:t>
            </a:r>
            <a:endParaRPr lang="en-US" sz="1200" dirty="0">
              <a:solidFill>
                <a:schemeClr val="bg1"/>
              </a:solidFill>
              <a:latin typeface="☞DIODRUM ARABIC SEMIBOLD" pitchFamily="2" charset="-78"/>
              <a:cs typeface="☞DIODRUM ARABIC SEMIBOLD" pitchFamily="2" charset="-78"/>
            </a:endParaRPr>
          </a:p>
        </p:txBody>
      </p:sp>
      <p:sp>
        <p:nvSpPr>
          <p:cNvPr id="96" name="Text 11">
            <a:extLst>
              <a:ext uri="{FF2B5EF4-FFF2-40B4-BE49-F238E27FC236}">
                <a16:creationId xmlns:a16="http://schemas.microsoft.com/office/drawing/2014/main" id="{5F3F62D7-8774-41EF-A50D-3547A8E29C1A}"/>
              </a:ext>
            </a:extLst>
          </p:cNvPr>
          <p:cNvSpPr txBox="1"/>
          <p:nvPr/>
        </p:nvSpPr>
        <p:spPr>
          <a:xfrm>
            <a:off x="7750602" y="1793681"/>
            <a:ext cx="833018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 rtl="1">
              <a:buNone/>
            </a:pPr>
            <a:r>
              <a:rPr lang="en-US" sz="4000" dirty="0">
                <a:solidFill>
                  <a:schemeClr val="accent5"/>
                </a:solidFill>
                <a:latin typeface="DiodrumArabic-Bold" panose="00000800000000000000" pitchFamily="2" charset="-78"/>
                <a:ea typeface="Tajawal" pitchFamily="34" charset="-122"/>
                <a:cs typeface="DiodrumArabic-Bold" panose="00000800000000000000" pitchFamily="2" charset="-78"/>
              </a:rPr>
              <a:t>54</a:t>
            </a:r>
            <a:endParaRPr lang="en-US" sz="4000" dirty="0">
              <a:solidFill>
                <a:schemeClr val="accent5"/>
              </a:solidFill>
              <a:latin typeface="DiodrumArabic-Bold" panose="00000800000000000000" pitchFamily="2" charset="-78"/>
              <a:cs typeface="DiodrumArabic-Bold" panose="00000800000000000000" pitchFamily="2" charset="-78"/>
            </a:endParaRP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40882AD-4A21-4BB4-B7BE-AEC48A197751}"/>
              </a:ext>
            </a:extLst>
          </p:cNvPr>
          <p:cNvGrpSpPr/>
          <p:nvPr/>
        </p:nvGrpSpPr>
        <p:grpSpPr>
          <a:xfrm>
            <a:off x="8267699" y="4678854"/>
            <a:ext cx="3416969" cy="1429176"/>
            <a:chOff x="8445526" y="3071670"/>
            <a:chExt cx="3383280" cy="3305393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CFE171BD-3034-4064-A0A3-38DEE229FE97}"/>
                </a:ext>
              </a:extLst>
            </p:cNvPr>
            <p:cNvSpPr/>
            <p:nvPr/>
          </p:nvSpPr>
          <p:spPr>
            <a:xfrm>
              <a:off x="8445526" y="3071670"/>
              <a:ext cx="3383280" cy="2468881"/>
            </a:xfrm>
            <a:prstGeom prst="roundRect">
              <a:avLst>
                <a:gd name="adj" fmla="val 3781"/>
              </a:avLst>
            </a:prstGeom>
            <a:solidFill>
              <a:schemeClr val="accent4"/>
            </a:solidFill>
            <a:ln w="1587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algn="justLow" rtl="1">
                <a:lnSpc>
                  <a:spcPct val="150000"/>
                </a:lnSpc>
              </a:pPr>
              <a:endParaRPr lang="ar-SA" sz="105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endParaRPr>
            </a:p>
          </p:txBody>
        </p:sp>
        <p:sp>
          <p:nvSpPr>
            <p:cNvPr id="117" name="Rectangle: Rounded Corners 116">
              <a:extLst>
                <a:ext uri="{FF2B5EF4-FFF2-40B4-BE49-F238E27FC236}">
                  <a16:creationId xmlns:a16="http://schemas.microsoft.com/office/drawing/2014/main" id="{889F7306-80E4-48A3-8D51-696338C1562C}"/>
                </a:ext>
              </a:extLst>
            </p:cNvPr>
            <p:cNvSpPr/>
            <p:nvPr/>
          </p:nvSpPr>
          <p:spPr>
            <a:xfrm>
              <a:off x="8445526" y="3118817"/>
              <a:ext cx="3383280" cy="3258246"/>
            </a:xfrm>
            <a:prstGeom prst="roundRect">
              <a:avLst>
                <a:gd name="adj" fmla="val 3781"/>
              </a:avLst>
            </a:prstGeom>
            <a:solidFill>
              <a:schemeClr val="bg1"/>
            </a:solidFill>
            <a:ln w="15875">
              <a:noFill/>
            </a:ln>
            <a:effectLst>
              <a:outerShdw blurRad="1905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algn="justLow" rtl="1">
                <a:lnSpc>
                  <a:spcPct val="150000"/>
                </a:lnSpc>
              </a:pPr>
              <a:endParaRPr lang="ar-SA" sz="105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endParaRPr>
            </a:p>
          </p:txBody>
        </p:sp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6007AB5C-4E78-46FF-876C-B0A2AC9ACEF8}"/>
              </a:ext>
            </a:extLst>
          </p:cNvPr>
          <p:cNvSpPr txBox="1"/>
          <p:nvPr/>
        </p:nvSpPr>
        <p:spPr>
          <a:xfrm>
            <a:off x="10479511" y="4933603"/>
            <a:ext cx="1167650" cy="948432"/>
          </a:xfrm>
          <a:prstGeom prst="roundRect">
            <a:avLst>
              <a:gd name="adj" fmla="val 7882"/>
            </a:avLst>
          </a:prstGeom>
          <a:noFill/>
          <a:ln w="12700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3200" dirty="0">
                <a:solidFill>
                  <a:srgbClr val="002060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142</a:t>
            </a:r>
            <a:br>
              <a:rPr lang="ar-SA" sz="20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</a:br>
            <a:r>
              <a:rPr lang="ar-SA" sz="100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مستفيد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F987E19-26E3-4CFA-B3F6-E3DB54E21F8E}"/>
              </a:ext>
            </a:extLst>
          </p:cNvPr>
          <p:cNvSpPr txBox="1"/>
          <p:nvPr/>
        </p:nvSpPr>
        <p:spPr>
          <a:xfrm>
            <a:off x="9528329" y="5021695"/>
            <a:ext cx="1097557" cy="782169"/>
          </a:xfrm>
          <a:prstGeom prst="roundRect">
            <a:avLst>
              <a:gd name="adj" fmla="val 6656"/>
            </a:avLst>
          </a:prstGeom>
          <a:noFill/>
          <a:ln w="15875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3600" dirty="0">
                <a:solidFill>
                  <a:schemeClr val="accent2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5</a:t>
            </a:r>
            <a:br>
              <a:rPr lang="ar-SA" sz="3200" dirty="0">
                <a:solidFill>
                  <a:schemeClr val="accent4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</a:br>
            <a:r>
              <a:rPr lang="ar-SA" sz="120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برامج وورش 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246785D6-7BEE-466F-B047-53B85FB6FBC4}"/>
              </a:ext>
            </a:extLst>
          </p:cNvPr>
          <p:cNvGrpSpPr/>
          <p:nvPr/>
        </p:nvGrpSpPr>
        <p:grpSpPr>
          <a:xfrm>
            <a:off x="8526702" y="5112455"/>
            <a:ext cx="955437" cy="706528"/>
            <a:chOff x="8239353" y="2813038"/>
            <a:chExt cx="1056003" cy="1247117"/>
          </a:xfrm>
        </p:grpSpPr>
        <p:sp>
          <p:nvSpPr>
            <p:cNvPr id="126" name="Text 6">
              <a:extLst>
                <a:ext uri="{FF2B5EF4-FFF2-40B4-BE49-F238E27FC236}">
                  <a16:creationId xmlns:a16="http://schemas.microsoft.com/office/drawing/2014/main" id="{20680B88-BDD7-405F-9C98-FE7B84CC646C}"/>
                </a:ext>
              </a:extLst>
            </p:cNvPr>
            <p:cNvSpPr/>
            <p:nvPr/>
          </p:nvSpPr>
          <p:spPr>
            <a:xfrm>
              <a:off x="8239353" y="2813038"/>
              <a:ext cx="1056003" cy="516572"/>
            </a:xfrm>
            <a:prstGeom prst="roundRect">
              <a:avLst/>
            </a:prstGeom>
            <a:noFill/>
            <a:ln w="15875">
              <a:solidFill>
                <a:schemeClr val="accent4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45720" tIns="0" rIns="45720" bIns="0" rtlCol="0" anchor="ctr"/>
            <a:lstStyle/>
            <a:p>
              <a:pPr algn="ctr" rtl="1"/>
              <a:r>
                <a:rPr lang="ar-SA" sz="1050" dirty="0">
                  <a:solidFill>
                    <a:schemeClr val="accent4"/>
                  </a:solidFill>
                  <a:latin typeface="DiodrumArabic-Bold" panose="00000800000000000000" pitchFamily="2" charset="-78"/>
                  <a:cs typeface="DiodrumArabic-Bold" panose="00000800000000000000" pitchFamily="2" charset="-78"/>
                </a:rPr>
                <a:t>2</a:t>
              </a:r>
              <a:r>
                <a:rPr lang="ar-SA" sz="1050" dirty="0">
                  <a:solidFill>
                    <a:schemeClr val="accent4"/>
                  </a:solidFill>
                  <a:latin typeface="DiodrumArabic-Semibold" panose="00000700000000000000" pitchFamily="2" charset="-78"/>
                  <a:ea typeface="+mn-ea"/>
                  <a:cs typeface="DiodrumArabic-Semibold" panose="00000700000000000000" pitchFamily="2" charset="-78"/>
                </a:rPr>
                <a:t> </a:t>
              </a:r>
              <a:r>
                <a:rPr lang="ar-SA" sz="900" dirty="0">
                  <a:solidFill>
                    <a:schemeClr val="accent4"/>
                  </a:solidFill>
                  <a:latin typeface="☞DIODRUM ARABIC MEDIUM" panose="00000600000000000000" pitchFamily="2" charset="-78"/>
                  <a:cs typeface="☞DIODRUM ARABIC MEDIUM" panose="00000600000000000000" pitchFamily="2" charset="-78"/>
                </a:rPr>
                <a:t>برنامج دولي</a:t>
              </a:r>
              <a:endParaRPr lang="ar-SA" sz="105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endParaRPr>
            </a:p>
          </p:txBody>
        </p:sp>
        <p:sp>
          <p:nvSpPr>
            <p:cNvPr id="127" name="Text 6">
              <a:extLst>
                <a:ext uri="{FF2B5EF4-FFF2-40B4-BE49-F238E27FC236}">
                  <a16:creationId xmlns:a16="http://schemas.microsoft.com/office/drawing/2014/main" id="{3E5AB687-83EF-4FAF-BFC0-7B2E36D7A435}"/>
                </a:ext>
              </a:extLst>
            </p:cNvPr>
            <p:cNvSpPr/>
            <p:nvPr/>
          </p:nvSpPr>
          <p:spPr>
            <a:xfrm>
              <a:off x="8239353" y="3543583"/>
              <a:ext cx="1056003" cy="516572"/>
            </a:xfrm>
            <a:prstGeom prst="roundRect">
              <a:avLst/>
            </a:prstGeom>
            <a:noFill/>
            <a:ln w="15875">
              <a:solidFill>
                <a:schemeClr val="accent4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45720" tIns="0" rIns="45720" bIns="0" rtlCol="0" anchor="ctr"/>
            <a:lstStyle/>
            <a:p>
              <a:pPr algn="ctr" rtl="1"/>
              <a:r>
                <a:rPr lang="ar-SA" sz="1050" dirty="0">
                  <a:solidFill>
                    <a:schemeClr val="accent4"/>
                  </a:solidFill>
                  <a:latin typeface="DiodrumArabic-Bold" panose="00000800000000000000" pitchFamily="2" charset="-78"/>
                  <a:cs typeface="DiodrumArabic-Bold" panose="00000800000000000000" pitchFamily="2" charset="-78"/>
                </a:rPr>
                <a:t>3 </a:t>
              </a:r>
              <a:r>
                <a:rPr lang="ar-SA" sz="1050" dirty="0">
                  <a:solidFill>
                    <a:schemeClr val="accent4"/>
                  </a:solidFill>
                  <a:latin typeface="DiodrumArabic-Semibold" panose="00000700000000000000" pitchFamily="2" charset="-78"/>
                  <a:ea typeface="+mn-ea"/>
                  <a:cs typeface="DiodrumArabic-Semibold" panose="00000700000000000000" pitchFamily="2" charset="-78"/>
                </a:rPr>
                <a:t> </a:t>
              </a:r>
              <a:r>
                <a:rPr lang="ar-SA" sz="900" dirty="0">
                  <a:solidFill>
                    <a:schemeClr val="accent4"/>
                  </a:solidFill>
                  <a:latin typeface="☞DIODRUM ARABIC MEDIUM" panose="00000600000000000000" pitchFamily="2" charset="-78"/>
                  <a:ea typeface="+mn-ea"/>
                  <a:cs typeface="☞DIODRUM ARABIC MEDIUM" panose="00000600000000000000" pitchFamily="2" charset="-78"/>
                </a:rPr>
                <a:t>ورش عمل </a:t>
              </a:r>
              <a:endParaRPr lang="ar-SA" sz="105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endParaRPr>
            </a:p>
          </p:txBody>
        </p:sp>
      </p:grp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79303B75-701B-4564-842A-D30F56543B68}"/>
              </a:ext>
            </a:extLst>
          </p:cNvPr>
          <p:cNvCxnSpPr>
            <a:cxnSpLocks/>
          </p:cNvCxnSpPr>
          <p:nvPr/>
        </p:nvCxnSpPr>
        <p:spPr>
          <a:xfrm flipV="1">
            <a:off x="10633831" y="5112456"/>
            <a:ext cx="0" cy="706527"/>
          </a:xfrm>
          <a:prstGeom prst="line">
            <a:avLst/>
          </a:prstGeom>
          <a:ln w="15875" cap="flat" cmpd="sng" algn="ctr">
            <a:solidFill>
              <a:schemeClr val="accent4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568F36AA-BCC8-45B9-AF6F-9589987B97E4}"/>
              </a:ext>
            </a:extLst>
          </p:cNvPr>
          <p:cNvSpPr txBox="1"/>
          <p:nvPr/>
        </p:nvSpPr>
        <p:spPr>
          <a:xfrm>
            <a:off x="5970170" y="1010551"/>
            <a:ext cx="5711122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algn="r" rtl="1"/>
            <a:r>
              <a:rPr lang="ar-SA" sz="16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  <a:t>ملخص منجز برنامج قدراتك – حتى أغسطس 2026 : 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C1CF0FD-2E01-4D38-83BF-BE3664C852B9}"/>
              </a:ext>
            </a:extLst>
          </p:cNvPr>
          <p:cNvCxnSpPr>
            <a:cxnSpLocks/>
          </p:cNvCxnSpPr>
          <p:nvPr/>
        </p:nvCxnSpPr>
        <p:spPr>
          <a:xfrm>
            <a:off x="420736" y="4597177"/>
            <a:ext cx="11348354" cy="0"/>
          </a:xfrm>
          <a:prstGeom prst="line">
            <a:avLst/>
          </a:prstGeom>
          <a:ln w="19050">
            <a:solidFill>
              <a:schemeClr val="accent4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9B0B2F4-9466-4CB3-ADF5-D5FC85CF738D}"/>
              </a:ext>
            </a:extLst>
          </p:cNvPr>
          <p:cNvSpPr txBox="1"/>
          <p:nvPr/>
        </p:nvSpPr>
        <p:spPr>
          <a:xfrm>
            <a:off x="9146836" y="4434520"/>
            <a:ext cx="1441588" cy="32531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alpha val="10000"/>
              </a:schemeClr>
            </a:solidFill>
          </a:ln>
        </p:spPr>
        <p:txBody>
          <a:bodyPr wrap="square" lIns="0" rIns="0" bIns="91440" anchor="ctr">
            <a:noAutofit/>
          </a:bodyPr>
          <a:lstStyle/>
          <a:p>
            <a:pPr algn="ctr" rtl="1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20000"/>
            </a:pPr>
            <a:r>
              <a:rPr lang="ar-SA" sz="1200" dirty="0">
                <a:solidFill>
                  <a:schemeClr val="accent4">
                    <a:alpha val="50000"/>
                  </a:schemeClr>
                </a:solidFill>
                <a:latin typeface="SST Arabic" panose="020B0504030504020204" pitchFamily="34" charset="-78"/>
                <a:cs typeface="+mn-cs"/>
              </a:rPr>
              <a:t>يونيو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FA9B8E-16CE-42BB-9D80-98ABA66C1D09}"/>
              </a:ext>
            </a:extLst>
          </p:cNvPr>
          <p:cNvSpPr txBox="1"/>
          <p:nvPr/>
        </p:nvSpPr>
        <p:spPr>
          <a:xfrm>
            <a:off x="6146932" y="5007544"/>
            <a:ext cx="167479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dirty="0"/>
              <a:t>في المركز 3 ورش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D6ADD8-C438-4985-B46E-4712AC12B19B}"/>
              </a:ext>
            </a:extLst>
          </p:cNvPr>
          <p:cNvSpPr txBox="1"/>
          <p:nvPr/>
        </p:nvSpPr>
        <p:spPr>
          <a:xfrm>
            <a:off x="-2593607" y="0"/>
            <a:ext cx="1578543" cy="2965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dirty="0"/>
              <a:t>اجمالي الاون لاين لسنة 2026 ( 797) 7 ورش وبرنامج </a:t>
            </a:r>
            <a:br>
              <a:rPr lang="ar-SA" dirty="0"/>
            </a:br>
            <a:r>
              <a:rPr lang="ar-SA" dirty="0"/>
              <a:t>الثلاث شهور ( 257) جون ( 0 ) يولويو ( 59 ) ورشة / اغسطس ( 198 ) ورشتين </a:t>
            </a:r>
            <a:endParaRPr lang="en-US" dirty="0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00DBD63-F0DB-4547-AA60-9DFB045A903C}"/>
              </a:ext>
            </a:extLst>
          </p:cNvPr>
          <p:cNvGrpSpPr/>
          <p:nvPr/>
        </p:nvGrpSpPr>
        <p:grpSpPr>
          <a:xfrm>
            <a:off x="4786560" y="4666118"/>
            <a:ext cx="3112168" cy="1404482"/>
            <a:chOff x="8445526" y="3071670"/>
            <a:chExt cx="3383280" cy="3305393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B0796056-8051-44B2-B322-017FFF3274BC}"/>
                </a:ext>
              </a:extLst>
            </p:cNvPr>
            <p:cNvSpPr/>
            <p:nvPr/>
          </p:nvSpPr>
          <p:spPr>
            <a:xfrm>
              <a:off x="8445526" y="3071670"/>
              <a:ext cx="3383280" cy="2468881"/>
            </a:xfrm>
            <a:prstGeom prst="roundRect">
              <a:avLst>
                <a:gd name="adj" fmla="val 3781"/>
              </a:avLst>
            </a:prstGeom>
            <a:solidFill>
              <a:schemeClr val="accent4"/>
            </a:solidFill>
            <a:ln w="1587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algn="justLow" rtl="1">
                <a:lnSpc>
                  <a:spcPct val="150000"/>
                </a:lnSpc>
              </a:pPr>
              <a:endParaRPr lang="ar-SA" sz="105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endParaRPr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C24C7C7B-680D-4BC4-BE76-3410FB008927}"/>
                </a:ext>
              </a:extLst>
            </p:cNvPr>
            <p:cNvSpPr/>
            <p:nvPr/>
          </p:nvSpPr>
          <p:spPr>
            <a:xfrm>
              <a:off x="8445526" y="3118817"/>
              <a:ext cx="3383280" cy="3258246"/>
            </a:xfrm>
            <a:prstGeom prst="roundRect">
              <a:avLst>
                <a:gd name="adj" fmla="val 3781"/>
              </a:avLst>
            </a:prstGeom>
            <a:solidFill>
              <a:schemeClr val="bg1"/>
            </a:solidFill>
            <a:ln w="15875">
              <a:noFill/>
            </a:ln>
            <a:effectLst>
              <a:outerShdw blurRad="1905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algn="justLow" rtl="1">
                <a:lnSpc>
                  <a:spcPct val="150000"/>
                </a:lnSpc>
              </a:pPr>
              <a:endParaRPr lang="ar-SA" sz="105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EAE06027-2BC1-44CA-833F-FA2430FD24A0}"/>
              </a:ext>
            </a:extLst>
          </p:cNvPr>
          <p:cNvSpPr txBox="1"/>
          <p:nvPr/>
        </p:nvSpPr>
        <p:spPr>
          <a:xfrm>
            <a:off x="6686494" y="4952949"/>
            <a:ext cx="1167650" cy="948432"/>
          </a:xfrm>
          <a:prstGeom prst="roundRect">
            <a:avLst>
              <a:gd name="adj" fmla="val 7882"/>
            </a:avLst>
          </a:prstGeom>
          <a:noFill/>
          <a:ln w="12700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3200" dirty="0">
                <a:solidFill>
                  <a:srgbClr val="002060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190</a:t>
            </a:r>
            <a:br>
              <a:rPr lang="ar-SA" sz="20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</a:br>
            <a:r>
              <a:rPr lang="ar-SA" sz="100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مستفيد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4AB9714-F3A9-486F-865B-7AC681BAFB3F}"/>
              </a:ext>
            </a:extLst>
          </p:cNvPr>
          <p:cNvSpPr txBox="1"/>
          <p:nvPr/>
        </p:nvSpPr>
        <p:spPr>
          <a:xfrm>
            <a:off x="5893466" y="5041041"/>
            <a:ext cx="1047125" cy="782169"/>
          </a:xfrm>
          <a:prstGeom prst="roundRect">
            <a:avLst>
              <a:gd name="adj" fmla="val 6656"/>
            </a:avLst>
          </a:prstGeom>
          <a:noFill/>
          <a:ln w="15875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3600" dirty="0">
                <a:solidFill>
                  <a:schemeClr val="accent2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7</a:t>
            </a:r>
            <a:br>
              <a:rPr lang="ar-SA" sz="3200" dirty="0">
                <a:solidFill>
                  <a:schemeClr val="accent4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</a:br>
            <a:r>
              <a:rPr lang="ar-SA" sz="120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برامج وورش 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4427C17-ADFF-4370-8AB3-46D8D75811F2}"/>
              </a:ext>
            </a:extLst>
          </p:cNvPr>
          <p:cNvGrpSpPr/>
          <p:nvPr/>
        </p:nvGrpSpPr>
        <p:grpSpPr>
          <a:xfrm>
            <a:off x="4926191" y="5131801"/>
            <a:ext cx="955438" cy="706528"/>
            <a:chOff x="8239352" y="2813038"/>
            <a:chExt cx="1056004" cy="1247117"/>
          </a:xfrm>
        </p:grpSpPr>
        <p:sp>
          <p:nvSpPr>
            <p:cNvPr id="80" name="Text 6">
              <a:extLst>
                <a:ext uri="{FF2B5EF4-FFF2-40B4-BE49-F238E27FC236}">
                  <a16:creationId xmlns:a16="http://schemas.microsoft.com/office/drawing/2014/main" id="{D1319152-55FA-4414-809A-7B6403A84B6B}"/>
                </a:ext>
              </a:extLst>
            </p:cNvPr>
            <p:cNvSpPr/>
            <p:nvPr/>
          </p:nvSpPr>
          <p:spPr>
            <a:xfrm>
              <a:off x="8239352" y="2813038"/>
              <a:ext cx="1056001" cy="516572"/>
            </a:xfrm>
            <a:prstGeom prst="roundRect">
              <a:avLst/>
            </a:prstGeom>
            <a:noFill/>
            <a:ln w="15875">
              <a:solidFill>
                <a:schemeClr val="accent4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45720" tIns="0" rIns="45720" bIns="0" rtlCol="0" anchor="ctr"/>
            <a:lstStyle/>
            <a:p>
              <a:pPr algn="ctr" rtl="1"/>
              <a:r>
                <a:rPr lang="ar-SA" sz="1050" dirty="0">
                  <a:solidFill>
                    <a:schemeClr val="accent4"/>
                  </a:solidFill>
                  <a:latin typeface="DiodrumArabic-Bold" panose="00000800000000000000" pitchFamily="2" charset="-78"/>
                  <a:cs typeface="DiodrumArabic-Bold" panose="00000800000000000000" pitchFamily="2" charset="-78"/>
                </a:rPr>
                <a:t>2</a:t>
              </a:r>
              <a:r>
                <a:rPr lang="ar-SA" sz="1050" dirty="0">
                  <a:solidFill>
                    <a:schemeClr val="accent4"/>
                  </a:solidFill>
                  <a:latin typeface="DiodrumArabic-Semibold" panose="00000700000000000000" pitchFamily="2" charset="-78"/>
                  <a:ea typeface="+mn-ea"/>
                  <a:cs typeface="DiodrumArabic-Semibold" panose="00000700000000000000" pitchFamily="2" charset="-78"/>
                </a:rPr>
                <a:t> </a:t>
              </a:r>
              <a:r>
                <a:rPr lang="ar-SA" sz="900" dirty="0">
                  <a:solidFill>
                    <a:schemeClr val="accent4"/>
                  </a:solidFill>
                  <a:latin typeface="☞DIODRUM ARABIC MEDIUM" panose="00000600000000000000" pitchFamily="2" charset="-78"/>
                  <a:cs typeface="☞DIODRUM ARABIC MEDIUM" panose="00000600000000000000" pitchFamily="2" charset="-78"/>
                </a:rPr>
                <a:t>برنامج محلي</a:t>
              </a:r>
              <a:endParaRPr lang="ar-SA" sz="105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endParaRPr>
            </a:p>
          </p:txBody>
        </p:sp>
        <p:sp>
          <p:nvSpPr>
            <p:cNvPr id="81" name="Text 6">
              <a:extLst>
                <a:ext uri="{FF2B5EF4-FFF2-40B4-BE49-F238E27FC236}">
                  <a16:creationId xmlns:a16="http://schemas.microsoft.com/office/drawing/2014/main" id="{8DEA86F2-7916-4EF5-8306-70CB327458FD}"/>
                </a:ext>
              </a:extLst>
            </p:cNvPr>
            <p:cNvSpPr/>
            <p:nvPr/>
          </p:nvSpPr>
          <p:spPr>
            <a:xfrm>
              <a:off x="8239353" y="3543583"/>
              <a:ext cx="1056003" cy="516572"/>
            </a:xfrm>
            <a:prstGeom prst="roundRect">
              <a:avLst/>
            </a:prstGeom>
            <a:noFill/>
            <a:ln w="15875">
              <a:solidFill>
                <a:schemeClr val="accent4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45720" tIns="0" rIns="45720" bIns="0" rtlCol="0" anchor="ctr"/>
            <a:lstStyle/>
            <a:p>
              <a:pPr algn="ctr" rtl="1"/>
              <a:r>
                <a:rPr lang="ar-SA" sz="1050" dirty="0">
                  <a:solidFill>
                    <a:schemeClr val="accent4"/>
                  </a:solidFill>
                  <a:latin typeface="DiodrumArabic-Bold" panose="00000800000000000000" pitchFamily="2" charset="-78"/>
                  <a:cs typeface="DiodrumArabic-Bold" panose="00000800000000000000" pitchFamily="2" charset="-78"/>
                </a:rPr>
                <a:t>5</a:t>
              </a:r>
              <a:r>
                <a:rPr lang="ar-SA" sz="1050" dirty="0">
                  <a:solidFill>
                    <a:schemeClr val="accent4"/>
                  </a:solidFill>
                  <a:latin typeface="DiodrumArabic-Semibold" panose="00000700000000000000" pitchFamily="2" charset="-78"/>
                  <a:ea typeface="+mn-ea"/>
                  <a:cs typeface="DiodrumArabic-Semibold" panose="00000700000000000000" pitchFamily="2" charset="-78"/>
                </a:rPr>
                <a:t> </a:t>
              </a:r>
              <a:r>
                <a:rPr lang="ar-SA" sz="900" dirty="0">
                  <a:solidFill>
                    <a:schemeClr val="accent4"/>
                  </a:solidFill>
                  <a:latin typeface="☞DIODRUM ARABIC MEDIUM" panose="00000600000000000000" pitchFamily="2" charset="-78"/>
                  <a:ea typeface="+mn-ea"/>
                  <a:cs typeface="☞DIODRUM ARABIC MEDIUM" panose="00000600000000000000" pitchFamily="2" charset="-78"/>
                </a:rPr>
                <a:t>ورش عمل</a:t>
              </a:r>
              <a:endParaRPr lang="ar-SA" sz="105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endParaRPr>
            </a:p>
          </p:txBody>
        </p:sp>
      </p:grp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3831EEB-7B07-4681-BB8E-FD0D8ED54BFD}"/>
              </a:ext>
            </a:extLst>
          </p:cNvPr>
          <p:cNvCxnSpPr>
            <a:cxnSpLocks/>
          </p:cNvCxnSpPr>
          <p:nvPr/>
        </p:nvCxnSpPr>
        <p:spPr>
          <a:xfrm flipV="1">
            <a:off x="6872895" y="5131802"/>
            <a:ext cx="0" cy="706527"/>
          </a:xfrm>
          <a:prstGeom prst="line">
            <a:avLst/>
          </a:prstGeom>
          <a:ln w="15875" cap="flat" cmpd="sng" algn="ctr">
            <a:solidFill>
              <a:schemeClr val="accent4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0959569C-5310-460E-A472-F47D9E375237}"/>
              </a:ext>
            </a:extLst>
          </p:cNvPr>
          <p:cNvSpPr txBox="1"/>
          <p:nvPr/>
        </p:nvSpPr>
        <p:spPr>
          <a:xfrm>
            <a:off x="2413444" y="4959418"/>
            <a:ext cx="167479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dirty="0"/>
              <a:t>في المركز 3 ورش </a:t>
            </a:r>
            <a:endParaRPr lang="en-US" dirty="0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C9E6477-7945-48C9-BD3A-7AC9C59EFBD9}"/>
              </a:ext>
            </a:extLst>
          </p:cNvPr>
          <p:cNvGrpSpPr/>
          <p:nvPr/>
        </p:nvGrpSpPr>
        <p:grpSpPr>
          <a:xfrm>
            <a:off x="841533" y="4611976"/>
            <a:ext cx="3326455" cy="1534824"/>
            <a:chOff x="8445526" y="3071670"/>
            <a:chExt cx="3383280" cy="3305393"/>
          </a:xfrm>
        </p:grpSpPr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6CEA4D4B-0566-444F-AAEA-FE5D0A2C8695}"/>
                </a:ext>
              </a:extLst>
            </p:cNvPr>
            <p:cNvSpPr/>
            <p:nvPr/>
          </p:nvSpPr>
          <p:spPr>
            <a:xfrm>
              <a:off x="8445526" y="3071670"/>
              <a:ext cx="3383280" cy="2468881"/>
            </a:xfrm>
            <a:prstGeom prst="roundRect">
              <a:avLst>
                <a:gd name="adj" fmla="val 3781"/>
              </a:avLst>
            </a:prstGeom>
            <a:solidFill>
              <a:schemeClr val="accent4"/>
            </a:solidFill>
            <a:ln w="1587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algn="justLow" rtl="1">
                <a:lnSpc>
                  <a:spcPct val="150000"/>
                </a:lnSpc>
              </a:pPr>
              <a:endParaRPr lang="ar-SA" sz="105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endParaRPr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15F66ABF-1427-416E-A3DF-E8062C4B9559}"/>
                </a:ext>
              </a:extLst>
            </p:cNvPr>
            <p:cNvSpPr/>
            <p:nvPr/>
          </p:nvSpPr>
          <p:spPr>
            <a:xfrm>
              <a:off x="8445526" y="3118817"/>
              <a:ext cx="3383280" cy="3258246"/>
            </a:xfrm>
            <a:prstGeom prst="roundRect">
              <a:avLst>
                <a:gd name="adj" fmla="val 3781"/>
              </a:avLst>
            </a:prstGeom>
            <a:solidFill>
              <a:schemeClr val="bg1"/>
            </a:solidFill>
            <a:ln w="15875">
              <a:noFill/>
            </a:ln>
            <a:effectLst>
              <a:outerShdw blurRad="1905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algn="justLow" rtl="1">
                <a:lnSpc>
                  <a:spcPct val="150000"/>
                </a:lnSpc>
              </a:pPr>
              <a:endParaRPr lang="ar-SA" sz="105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endParaRPr>
            </a:p>
          </p:txBody>
        </p: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B5BD6FB0-E623-44FD-8FC3-AF11EBC68CF3}"/>
              </a:ext>
            </a:extLst>
          </p:cNvPr>
          <p:cNvSpPr txBox="1"/>
          <p:nvPr/>
        </p:nvSpPr>
        <p:spPr>
          <a:xfrm>
            <a:off x="3081342" y="4985035"/>
            <a:ext cx="1167650" cy="948432"/>
          </a:xfrm>
          <a:prstGeom prst="roundRect">
            <a:avLst>
              <a:gd name="adj" fmla="val 7882"/>
            </a:avLst>
          </a:prstGeom>
          <a:noFill/>
          <a:ln w="12700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3200" dirty="0">
                <a:solidFill>
                  <a:srgbClr val="002060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175</a:t>
            </a:r>
            <a:br>
              <a:rPr lang="ar-SA" sz="32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</a:br>
            <a:r>
              <a:rPr lang="ar-SA" sz="120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مستفيد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9732FF5-4218-4083-AA9D-DDC65954FFD7}"/>
              </a:ext>
            </a:extLst>
          </p:cNvPr>
          <p:cNvSpPr txBox="1"/>
          <p:nvPr/>
        </p:nvSpPr>
        <p:spPr>
          <a:xfrm>
            <a:off x="1761198" y="5073127"/>
            <a:ext cx="1750703" cy="782169"/>
          </a:xfrm>
          <a:prstGeom prst="roundRect">
            <a:avLst>
              <a:gd name="adj" fmla="val 6656"/>
            </a:avLst>
          </a:prstGeom>
          <a:noFill/>
          <a:ln w="15875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3600" dirty="0">
                <a:solidFill>
                  <a:schemeClr val="accent2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7</a:t>
            </a:r>
            <a:br>
              <a:rPr lang="ar-SA" sz="3200" dirty="0">
                <a:solidFill>
                  <a:schemeClr val="accent4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</a:br>
            <a:r>
              <a:rPr lang="ar-SA" sz="120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برامج وورش 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62757E4-E64A-49C1-BDD1-0BEE3E4B7900}"/>
              </a:ext>
            </a:extLst>
          </p:cNvPr>
          <p:cNvGrpSpPr/>
          <p:nvPr/>
        </p:nvGrpSpPr>
        <p:grpSpPr>
          <a:xfrm>
            <a:off x="1144579" y="5163887"/>
            <a:ext cx="955437" cy="706528"/>
            <a:chOff x="8239353" y="2813038"/>
            <a:chExt cx="1056003" cy="1247117"/>
          </a:xfrm>
        </p:grpSpPr>
        <p:sp>
          <p:nvSpPr>
            <p:cNvPr id="106" name="Text 6">
              <a:extLst>
                <a:ext uri="{FF2B5EF4-FFF2-40B4-BE49-F238E27FC236}">
                  <a16:creationId xmlns:a16="http://schemas.microsoft.com/office/drawing/2014/main" id="{88BFD544-9F20-4D5B-BC6F-C417A7DD4AFB}"/>
                </a:ext>
              </a:extLst>
            </p:cNvPr>
            <p:cNvSpPr/>
            <p:nvPr/>
          </p:nvSpPr>
          <p:spPr>
            <a:xfrm>
              <a:off x="8239353" y="2813038"/>
              <a:ext cx="1056003" cy="516572"/>
            </a:xfrm>
            <a:prstGeom prst="roundRect">
              <a:avLst/>
            </a:prstGeom>
            <a:noFill/>
            <a:ln w="15875">
              <a:solidFill>
                <a:schemeClr val="accent4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45720" tIns="0" rIns="45720" bIns="0" rtlCol="0" anchor="ctr"/>
            <a:lstStyle/>
            <a:p>
              <a:pPr algn="ctr" rtl="1"/>
              <a:r>
                <a:rPr lang="ar-SA" sz="1050" dirty="0">
                  <a:solidFill>
                    <a:schemeClr val="accent4"/>
                  </a:solidFill>
                  <a:latin typeface="DiodrumArabic-Bold" panose="00000800000000000000" pitchFamily="2" charset="-78"/>
                  <a:cs typeface="DiodrumArabic-Bold" panose="00000800000000000000" pitchFamily="2" charset="-78"/>
                </a:rPr>
                <a:t>2</a:t>
              </a:r>
              <a:r>
                <a:rPr lang="ar-SA" sz="1050" dirty="0">
                  <a:solidFill>
                    <a:schemeClr val="accent4"/>
                  </a:solidFill>
                  <a:latin typeface="DiodrumArabic-Semibold" panose="00000700000000000000" pitchFamily="2" charset="-78"/>
                  <a:ea typeface="+mn-ea"/>
                  <a:cs typeface="DiodrumArabic-Semibold" panose="00000700000000000000" pitchFamily="2" charset="-78"/>
                </a:rPr>
                <a:t> </a:t>
              </a:r>
              <a:r>
                <a:rPr lang="ar-SA" sz="900" dirty="0">
                  <a:solidFill>
                    <a:schemeClr val="accent4"/>
                  </a:solidFill>
                  <a:latin typeface="☞DIODRUM ARABIC MEDIUM" panose="00000600000000000000" pitchFamily="2" charset="-78"/>
                  <a:cs typeface="☞DIODRUM ARABIC MEDIUM" panose="00000600000000000000" pitchFamily="2" charset="-78"/>
                </a:rPr>
                <a:t>برنامج محلي</a:t>
              </a:r>
              <a:endParaRPr lang="ar-SA" sz="105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endParaRPr>
            </a:p>
          </p:txBody>
        </p:sp>
        <p:sp>
          <p:nvSpPr>
            <p:cNvPr id="145" name="Text 6">
              <a:extLst>
                <a:ext uri="{FF2B5EF4-FFF2-40B4-BE49-F238E27FC236}">
                  <a16:creationId xmlns:a16="http://schemas.microsoft.com/office/drawing/2014/main" id="{BDB72EB5-B09D-4B8B-ABF6-4EBC842877A5}"/>
                </a:ext>
              </a:extLst>
            </p:cNvPr>
            <p:cNvSpPr/>
            <p:nvPr/>
          </p:nvSpPr>
          <p:spPr>
            <a:xfrm>
              <a:off x="8239353" y="3543583"/>
              <a:ext cx="1056003" cy="516572"/>
            </a:xfrm>
            <a:prstGeom prst="roundRect">
              <a:avLst/>
            </a:prstGeom>
            <a:noFill/>
            <a:ln w="15875">
              <a:solidFill>
                <a:schemeClr val="accent4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45720" tIns="0" rIns="45720" bIns="0" rtlCol="0" anchor="ctr"/>
            <a:lstStyle/>
            <a:p>
              <a:pPr algn="ctr" rtl="1"/>
              <a:r>
                <a:rPr lang="ar-SA" sz="1050" dirty="0">
                  <a:solidFill>
                    <a:schemeClr val="accent4"/>
                  </a:solidFill>
                  <a:latin typeface="DiodrumArabic-Bold" panose="00000800000000000000" pitchFamily="2" charset="-78"/>
                  <a:cs typeface="DiodrumArabic-Bold" panose="00000800000000000000" pitchFamily="2" charset="-78"/>
                </a:rPr>
                <a:t>5</a:t>
              </a:r>
              <a:r>
                <a:rPr lang="ar-SA" sz="1050" dirty="0">
                  <a:solidFill>
                    <a:schemeClr val="accent4"/>
                  </a:solidFill>
                  <a:latin typeface="DiodrumArabic-Semibold" panose="00000700000000000000" pitchFamily="2" charset="-78"/>
                  <a:ea typeface="+mn-ea"/>
                  <a:cs typeface="DiodrumArabic-Semibold" panose="00000700000000000000" pitchFamily="2" charset="-78"/>
                </a:rPr>
                <a:t> </a:t>
              </a:r>
              <a:r>
                <a:rPr lang="ar-SA" sz="900" dirty="0">
                  <a:solidFill>
                    <a:schemeClr val="accent4"/>
                  </a:solidFill>
                  <a:latin typeface="☞DIODRUM ARABIC MEDIUM" panose="00000600000000000000" pitchFamily="2" charset="-78"/>
                  <a:ea typeface="+mn-ea"/>
                  <a:cs typeface="☞DIODRUM ARABIC MEDIUM" panose="00000600000000000000" pitchFamily="2" charset="-78"/>
                </a:rPr>
                <a:t>ورش عمل </a:t>
              </a:r>
              <a:endParaRPr lang="ar-SA" sz="105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endParaRPr>
            </a:p>
          </p:txBody>
        </p:sp>
      </p:grp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269E5BFD-DA80-4770-815A-E6C9175F95CB}"/>
              </a:ext>
            </a:extLst>
          </p:cNvPr>
          <p:cNvCxnSpPr>
            <a:cxnSpLocks/>
          </p:cNvCxnSpPr>
          <p:nvPr/>
        </p:nvCxnSpPr>
        <p:spPr>
          <a:xfrm flipV="1">
            <a:off x="3171493" y="5163888"/>
            <a:ext cx="0" cy="706527"/>
          </a:xfrm>
          <a:prstGeom prst="line">
            <a:avLst/>
          </a:prstGeom>
          <a:ln w="15875" cap="flat" cmpd="sng" algn="ctr">
            <a:solidFill>
              <a:schemeClr val="accent4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C48EE8BD-9282-4173-8C77-EC6806FDC1DD}"/>
              </a:ext>
            </a:extLst>
          </p:cNvPr>
          <p:cNvCxnSpPr>
            <a:cxnSpLocks/>
          </p:cNvCxnSpPr>
          <p:nvPr/>
        </p:nvCxnSpPr>
        <p:spPr>
          <a:xfrm flipV="1">
            <a:off x="4511011" y="4600071"/>
            <a:ext cx="0" cy="1909011"/>
          </a:xfrm>
          <a:prstGeom prst="line">
            <a:avLst/>
          </a:prstGeom>
          <a:ln w="15875" cap="flat" cmpd="sng" algn="ctr">
            <a:solidFill>
              <a:schemeClr val="accent4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E24F6CDE-620E-4260-A09F-65F2FD54DE97}"/>
              </a:ext>
            </a:extLst>
          </p:cNvPr>
          <p:cNvCxnSpPr>
            <a:cxnSpLocks/>
          </p:cNvCxnSpPr>
          <p:nvPr/>
        </p:nvCxnSpPr>
        <p:spPr>
          <a:xfrm flipV="1">
            <a:off x="8128506" y="4704345"/>
            <a:ext cx="0" cy="1708484"/>
          </a:xfrm>
          <a:prstGeom prst="line">
            <a:avLst/>
          </a:prstGeom>
          <a:ln w="15875" cap="flat" cmpd="sng" algn="ctr">
            <a:solidFill>
              <a:schemeClr val="accent4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3C89AF59-5C97-4E1B-9B97-5C54480AC8F4}"/>
              </a:ext>
            </a:extLst>
          </p:cNvPr>
          <p:cNvSpPr/>
          <p:nvPr/>
        </p:nvSpPr>
        <p:spPr>
          <a:xfrm>
            <a:off x="3101304" y="3098789"/>
            <a:ext cx="6941987" cy="6985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tIns="0" rIns="640080" bIns="45720" anchor="ctr">
            <a:noAutofit/>
          </a:bodyPr>
          <a:lstStyle/>
          <a:p>
            <a:pPr algn="r" rtl="1">
              <a:lnSpc>
                <a:spcPct val="120000"/>
              </a:lnSpc>
            </a:pPr>
            <a:endParaRPr lang="ar-SA" sz="900">
              <a:solidFill>
                <a:schemeClr val="accent4"/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05EE982A-BCE1-4380-9107-021CFDA6FB57}"/>
              </a:ext>
            </a:extLst>
          </p:cNvPr>
          <p:cNvCxnSpPr>
            <a:cxnSpLocks/>
          </p:cNvCxnSpPr>
          <p:nvPr/>
        </p:nvCxnSpPr>
        <p:spPr>
          <a:xfrm flipV="1">
            <a:off x="6212912" y="3220313"/>
            <a:ext cx="0" cy="437276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7C557D88-0FB2-461A-896F-6BB23081EE69}"/>
              </a:ext>
            </a:extLst>
          </p:cNvPr>
          <p:cNvSpPr txBox="1"/>
          <p:nvPr/>
        </p:nvSpPr>
        <p:spPr>
          <a:xfrm>
            <a:off x="3903157" y="2867909"/>
            <a:ext cx="1503884" cy="109728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28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13</a:t>
            </a:r>
            <a:r>
              <a:rPr lang="en-US" sz="24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 </a:t>
            </a:r>
            <a:r>
              <a:rPr lang="ar-SA" sz="1050" dirty="0">
                <a:solidFill>
                  <a:schemeClr val="accent2">
                    <a:lumMod val="75000"/>
                  </a:schemeClr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ورشة عمل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B5C24EA-E343-44B8-B958-2BD2DC4176C1}"/>
              </a:ext>
            </a:extLst>
          </p:cNvPr>
          <p:cNvSpPr txBox="1"/>
          <p:nvPr/>
        </p:nvSpPr>
        <p:spPr>
          <a:xfrm>
            <a:off x="7592830" y="2867909"/>
            <a:ext cx="1497913" cy="109728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28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6</a:t>
            </a:r>
            <a:r>
              <a:rPr lang="en-US" sz="24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 </a:t>
            </a:r>
            <a:r>
              <a:rPr lang="ar-SA" sz="1050" dirty="0">
                <a:solidFill>
                  <a:schemeClr val="accent2">
                    <a:lumMod val="75000"/>
                  </a:schemeClr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برامج تدريبية</a:t>
            </a:r>
          </a:p>
        </p:txBody>
      </p:sp>
      <p:sp>
        <p:nvSpPr>
          <p:cNvPr id="155" name="Text 6">
            <a:extLst>
              <a:ext uri="{FF2B5EF4-FFF2-40B4-BE49-F238E27FC236}">
                <a16:creationId xmlns:a16="http://schemas.microsoft.com/office/drawing/2014/main" id="{BAE709FA-8099-4EF0-9FED-3F24910B5D4A}"/>
              </a:ext>
            </a:extLst>
          </p:cNvPr>
          <p:cNvSpPr/>
          <p:nvPr/>
        </p:nvSpPr>
        <p:spPr>
          <a:xfrm>
            <a:off x="6454436" y="3148587"/>
            <a:ext cx="1056003" cy="238501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45720" tIns="0" rIns="45720" bIns="0" rtlCol="0" anchor="ctr"/>
          <a:lstStyle/>
          <a:p>
            <a:pPr algn="ctr" rtl="1"/>
            <a:r>
              <a:rPr lang="ar-SA" sz="1050" dirty="0">
                <a:solidFill>
                  <a:schemeClr val="accent2">
                    <a:lumMod val="75000"/>
                  </a:schemeClr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2</a:t>
            </a:r>
            <a:r>
              <a:rPr lang="ar-SA" sz="900" dirty="0">
                <a:solidFill>
                  <a:schemeClr val="accent2">
                    <a:lumMod val="75000"/>
                  </a:schemeClr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برامج دولية</a:t>
            </a:r>
            <a:endParaRPr lang="ar-SA" sz="1050" dirty="0">
              <a:solidFill>
                <a:schemeClr val="accent2">
                  <a:lumMod val="75000"/>
                </a:schemeClr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156" name="Text 6">
            <a:extLst>
              <a:ext uri="{FF2B5EF4-FFF2-40B4-BE49-F238E27FC236}">
                <a16:creationId xmlns:a16="http://schemas.microsoft.com/office/drawing/2014/main" id="{3AADD820-C64C-4179-9CA8-B5B0E6D0B1FE}"/>
              </a:ext>
            </a:extLst>
          </p:cNvPr>
          <p:cNvSpPr/>
          <p:nvPr/>
        </p:nvSpPr>
        <p:spPr>
          <a:xfrm>
            <a:off x="6454436" y="3498344"/>
            <a:ext cx="1056003" cy="238501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45720" tIns="0" rIns="45720" bIns="0" rtlCol="0" anchor="ctr"/>
          <a:lstStyle/>
          <a:p>
            <a:pPr algn="ctr" rtl="1"/>
            <a:r>
              <a:rPr lang="ar-SA" sz="1050" dirty="0">
                <a:solidFill>
                  <a:schemeClr val="accent2">
                    <a:lumMod val="75000"/>
                  </a:schemeClr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4</a:t>
            </a:r>
            <a:r>
              <a:rPr lang="ar-SA" sz="900" dirty="0">
                <a:solidFill>
                  <a:schemeClr val="accent2">
                    <a:lumMod val="75000"/>
                  </a:schemeClr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برامج محليه</a:t>
            </a:r>
            <a:endParaRPr lang="ar-SA" sz="1050" dirty="0">
              <a:solidFill>
                <a:schemeClr val="accent2">
                  <a:lumMod val="75000"/>
                </a:schemeClr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pic>
        <p:nvPicPr>
          <p:cNvPr id="157" name="Graphic 156">
            <a:extLst>
              <a:ext uri="{FF2B5EF4-FFF2-40B4-BE49-F238E27FC236}">
                <a16:creationId xmlns:a16="http://schemas.microsoft.com/office/drawing/2014/main" id="{58414213-9F47-44FF-BDFC-AECEEABD08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6703" y="3192849"/>
            <a:ext cx="401240" cy="401240"/>
          </a:xfrm>
          <a:prstGeom prst="rect">
            <a:avLst/>
          </a:prstGeom>
        </p:spPr>
      </p:pic>
      <p:pic>
        <p:nvPicPr>
          <p:cNvPr id="158" name="Graphic 157">
            <a:extLst>
              <a:ext uri="{FF2B5EF4-FFF2-40B4-BE49-F238E27FC236}">
                <a16:creationId xmlns:a16="http://schemas.microsoft.com/office/drawing/2014/main" id="{CC936424-8A39-4397-8F4A-7E679D09644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9613" y="3256349"/>
            <a:ext cx="337740" cy="337740"/>
          </a:xfrm>
          <a:prstGeom prst="rect">
            <a:avLst/>
          </a:prstGeom>
        </p:spPr>
      </p:pic>
      <p:sp>
        <p:nvSpPr>
          <p:cNvPr id="85" name="Text 7">
            <a:extLst>
              <a:ext uri="{FF2B5EF4-FFF2-40B4-BE49-F238E27FC236}">
                <a16:creationId xmlns:a16="http://schemas.microsoft.com/office/drawing/2014/main" id="{B903C77B-E5B2-4B54-B41D-A90E2C1677CD}"/>
              </a:ext>
            </a:extLst>
          </p:cNvPr>
          <p:cNvSpPr txBox="1"/>
          <p:nvPr/>
        </p:nvSpPr>
        <p:spPr>
          <a:xfrm>
            <a:off x="8316273" y="2228033"/>
            <a:ext cx="179387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r" rtl="1">
              <a:buNone/>
              <a:defRPr sz="1200">
                <a:solidFill>
                  <a:schemeClr val="bg1">
                    <a:alpha val="65000"/>
                  </a:schemeClr>
                </a:solidFill>
                <a:latin typeface="DiodrumArabic-Bold" panose="00000800000000000000" pitchFamily="2" charset="-78"/>
                <a:ea typeface="Tajawal" pitchFamily="34" charset="-122"/>
                <a:cs typeface="DiodrumArabic-Bold" panose="00000800000000000000" pitchFamily="2" charset="-78"/>
              </a:defRPr>
            </a:lvl1pPr>
          </a:lstStyle>
          <a:p>
            <a:r>
              <a:rPr lang="ar-SA" sz="900" dirty="0">
                <a:solidFill>
                  <a:srgbClr val="1CC182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من مستهدف 1800 </a:t>
            </a:r>
            <a:endParaRPr lang="en-US" sz="900" dirty="0">
              <a:solidFill>
                <a:srgbClr val="1CC182"/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90" name="Text 7">
            <a:extLst>
              <a:ext uri="{FF2B5EF4-FFF2-40B4-BE49-F238E27FC236}">
                <a16:creationId xmlns:a16="http://schemas.microsoft.com/office/drawing/2014/main" id="{FEEDD10B-B556-4FCB-AC34-DD781D313A5E}"/>
              </a:ext>
            </a:extLst>
          </p:cNvPr>
          <p:cNvSpPr txBox="1"/>
          <p:nvPr/>
        </p:nvSpPr>
        <p:spPr>
          <a:xfrm>
            <a:off x="6157301" y="2037884"/>
            <a:ext cx="179387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r" rtl="1">
              <a:buNone/>
              <a:defRPr sz="1200">
                <a:solidFill>
                  <a:schemeClr val="bg1">
                    <a:alpha val="65000"/>
                  </a:schemeClr>
                </a:solidFill>
                <a:latin typeface="DiodrumArabic-Bold" panose="00000800000000000000" pitchFamily="2" charset="-78"/>
                <a:ea typeface="Tajawal" pitchFamily="34" charset="-122"/>
                <a:cs typeface="DiodrumArabic-Bold" panose="00000800000000000000" pitchFamily="2" charset="-78"/>
              </a:defRPr>
            </a:lvl1pPr>
          </a:lstStyle>
          <a:p>
            <a:r>
              <a:rPr lang="ar-SA" sz="1100" dirty="0"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برنامج و ورشه تدريبية حضورية</a:t>
            </a:r>
            <a:endParaRPr lang="en-US" sz="1100" dirty="0"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97" name="Text 6">
            <a:extLst>
              <a:ext uri="{FF2B5EF4-FFF2-40B4-BE49-F238E27FC236}">
                <a16:creationId xmlns:a16="http://schemas.microsoft.com/office/drawing/2014/main" id="{1BD7C331-046D-41C8-AA06-3BB20FFD3293}"/>
              </a:ext>
            </a:extLst>
          </p:cNvPr>
          <p:cNvSpPr/>
          <p:nvPr/>
        </p:nvSpPr>
        <p:spPr>
          <a:xfrm>
            <a:off x="4891795" y="1639918"/>
            <a:ext cx="1056003" cy="238501"/>
          </a:xfrm>
          <a:prstGeom prst="roundRect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 rtl="1"/>
            <a:r>
              <a:rPr lang="ar-SA" sz="1050" dirty="0">
                <a:solidFill>
                  <a:schemeClr val="bg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31 برنامج تدريبي  </a:t>
            </a:r>
            <a:endParaRPr lang="ar-SA" sz="1050" dirty="0">
              <a:solidFill>
                <a:schemeClr val="bg1"/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98" name="Text 6">
            <a:extLst>
              <a:ext uri="{FF2B5EF4-FFF2-40B4-BE49-F238E27FC236}">
                <a16:creationId xmlns:a16="http://schemas.microsoft.com/office/drawing/2014/main" id="{77ADCB44-E7BF-4093-9101-8749778E5474}"/>
              </a:ext>
            </a:extLst>
          </p:cNvPr>
          <p:cNvSpPr/>
          <p:nvPr/>
        </p:nvSpPr>
        <p:spPr>
          <a:xfrm>
            <a:off x="4912219" y="2056268"/>
            <a:ext cx="1056003" cy="238501"/>
          </a:xfrm>
          <a:prstGeom prst="roundRect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 rtl="1"/>
            <a:r>
              <a:rPr lang="ar-SA" sz="1050" dirty="0">
                <a:solidFill>
                  <a:schemeClr val="bg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23 ورشة تدريبية</a:t>
            </a:r>
            <a:endParaRPr lang="ar-SA" sz="1050" dirty="0">
              <a:solidFill>
                <a:schemeClr val="bg1"/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99" name="Text 7">
            <a:extLst>
              <a:ext uri="{FF2B5EF4-FFF2-40B4-BE49-F238E27FC236}">
                <a16:creationId xmlns:a16="http://schemas.microsoft.com/office/drawing/2014/main" id="{A1FDBC50-A12B-495B-BB87-DDF6122BC040}"/>
              </a:ext>
            </a:extLst>
          </p:cNvPr>
          <p:cNvSpPr txBox="1"/>
          <p:nvPr/>
        </p:nvSpPr>
        <p:spPr>
          <a:xfrm>
            <a:off x="2726964" y="1925066"/>
            <a:ext cx="179387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r" rtl="1">
              <a:buNone/>
              <a:defRPr sz="1200">
                <a:solidFill>
                  <a:schemeClr val="bg1">
                    <a:alpha val="65000"/>
                  </a:schemeClr>
                </a:solidFill>
                <a:latin typeface="DiodrumArabic-Bold" panose="00000800000000000000" pitchFamily="2" charset="-78"/>
                <a:ea typeface="Tajawal" pitchFamily="34" charset="-122"/>
                <a:cs typeface="DiodrumArabic-Bold" panose="00000800000000000000" pitchFamily="2" charset="-78"/>
              </a:defRPr>
            </a:lvl1pPr>
          </a:lstStyle>
          <a:p>
            <a:r>
              <a:rPr lang="ar-SA" sz="900" dirty="0">
                <a:solidFill>
                  <a:srgbClr val="1CC182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13 برنامج و ورشة تدريبية مقامه في مركز الابتكار </a:t>
            </a:r>
            <a:endParaRPr lang="en-US" sz="900" dirty="0">
              <a:solidFill>
                <a:srgbClr val="1CC182"/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BE51D27-E183-4E08-9D68-A272BB3D9F23}"/>
              </a:ext>
            </a:extLst>
          </p:cNvPr>
          <p:cNvSpPr txBox="1"/>
          <p:nvPr/>
        </p:nvSpPr>
        <p:spPr>
          <a:xfrm>
            <a:off x="5466632" y="4432336"/>
            <a:ext cx="1441588" cy="32531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alpha val="10000"/>
              </a:schemeClr>
            </a:solidFill>
          </a:ln>
        </p:spPr>
        <p:txBody>
          <a:bodyPr wrap="square" lIns="0" rIns="0" bIns="91440" anchor="ctr">
            <a:noAutofit/>
          </a:bodyPr>
          <a:lstStyle/>
          <a:p>
            <a:pPr algn="ctr" rtl="1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20000"/>
            </a:pPr>
            <a:r>
              <a:rPr lang="ar-SA" sz="1200" dirty="0">
                <a:solidFill>
                  <a:schemeClr val="accent4">
                    <a:alpha val="50000"/>
                  </a:schemeClr>
                </a:solidFill>
                <a:latin typeface="SST Arabic" panose="020B0504030504020204" pitchFamily="34" charset="-78"/>
                <a:cs typeface="+mn-cs"/>
              </a:rPr>
              <a:t>يوليو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4A0475-E19B-4D8E-B5B5-866545E75077}"/>
              </a:ext>
            </a:extLst>
          </p:cNvPr>
          <p:cNvSpPr txBox="1"/>
          <p:nvPr/>
        </p:nvSpPr>
        <p:spPr>
          <a:xfrm>
            <a:off x="1659716" y="4436493"/>
            <a:ext cx="1441588" cy="32531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alpha val="10000"/>
              </a:schemeClr>
            </a:solidFill>
          </a:ln>
        </p:spPr>
        <p:txBody>
          <a:bodyPr wrap="square" lIns="0" rIns="0" bIns="91440" anchor="ctr">
            <a:noAutofit/>
          </a:bodyPr>
          <a:lstStyle/>
          <a:p>
            <a:pPr algn="ctr" rtl="1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20000"/>
            </a:pPr>
            <a:r>
              <a:rPr lang="ar-SA" sz="1200" dirty="0">
                <a:solidFill>
                  <a:schemeClr val="accent4">
                    <a:alpha val="50000"/>
                  </a:schemeClr>
                </a:solidFill>
                <a:latin typeface="SST Arabic" panose="020B0504030504020204" pitchFamily="34" charset="-78"/>
                <a:cs typeface="+mn-cs"/>
              </a:rPr>
              <a:t>أغسطس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B398E55-F01F-43F9-8BA9-EA7BA1443204}"/>
              </a:ext>
            </a:extLst>
          </p:cNvPr>
          <p:cNvSpPr txBox="1"/>
          <p:nvPr/>
        </p:nvSpPr>
        <p:spPr>
          <a:xfrm>
            <a:off x="3555653" y="2688440"/>
            <a:ext cx="5314517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algn="r" rtl="1"/>
            <a:r>
              <a:rPr lang="ar-SA" sz="16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  <a:t>ملخص منجز شهر يونيو – يوليو – أغسطس :</a:t>
            </a:r>
            <a:r>
              <a:rPr lang="en-US" sz="16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  <a:t> 507 </a:t>
            </a:r>
            <a:r>
              <a:rPr lang="ar-SA" sz="16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  <a:t>مستفيد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8A92B84-E4DE-4C25-AD85-36E8C545A10B}"/>
              </a:ext>
            </a:extLst>
          </p:cNvPr>
          <p:cNvSpPr txBox="1"/>
          <p:nvPr/>
        </p:nvSpPr>
        <p:spPr>
          <a:xfrm>
            <a:off x="8229600" y="3995050"/>
            <a:ext cx="3502492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algn="r" rtl="1"/>
            <a:r>
              <a:rPr lang="ar-SA" sz="16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  <a:t>منجز الأشهر :  </a:t>
            </a:r>
          </a:p>
        </p:txBody>
      </p:sp>
      <p:sp>
        <p:nvSpPr>
          <p:cNvPr id="11" name="SecloreFooter">
            <a:extLst>
              <a:ext uri="{FF2B5EF4-FFF2-40B4-BE49-F238E27FC236}">
                <a16:creationId xmlns:a16="http://schemas.microsoft.com/office/drawing/2014/main" id="{FE53BD42-AF09-4407-AF8B-D0497E98ECF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57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021ADDF-8E2C-45B8-BF02-B7B1F89E2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224" y="455907"/>
            <a:ext cx="6975460" cy="522501"/>
          </a:xfrm>
        </p:spPr>
        <p:txBody>
          <a:bodyPr/>
          <a:lstStyle/>
          <a:p>
            <a:r>
              <a:rPr lang="ar-SA" sz="2000" dirty="0">
                <a:solidFill>
                  <a:schemeClr val="accent2">
                    <a:lumMod val="75000"/>
                  </a:schemeClr>
                </a:solidFill>
              </a:rPr>
              <a:t>البرامج التدريبية 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7" name="s1-num-badge">
            <a:extLst>
              <a:ext uri="{FF2B5EF4-FFF2-40B4-BE49-F238E27FC236}">
                <a16:creationId xmlns:a16="http://schemas.microsoft.com/office/drawing/2014/main" id="{CD5DA493-5272-42FA-8365-A3966CC354D1}"/>
              </a:ext>
            </a:extLst>
          </p:cNvPr>
          <p:cNvSpPr/>
          <p:nvPr/>
        </p:nvSpPr>
        <p:spPr>
          <a:xfrm>
            <a:off x="10058400" y="398757"/>
            <a:ext cx="714462" cy="643659"/>
          </a:xfrm>
          <a:prstGeom prst="roundRect">
            <a:avLst>
              <a:gd name="adj" fmla="val 28599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2700000" scaled="1"/>
          </a:gradFill>
          <a:ln>
            <a:noFill/>
          </a:ln>
          <a:effectLst>
            <a:outerShdw blurRad="57150" dist="19050" dir="5400000" rotWithShape="0">
              <a:srgbClr val="24135F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128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odrumArabic-Regular"/>
              <a:ea typeface="+mn-ea"/>
              <a:cs typeface="DiodrumArabic-Regular"/>
              <a:sym typeface="Arial"/>
            </a:endParaRPr>
          </a:p>
        </p:txBody>
      </p:sp>
      <p:sp>
        <p:nvSpPr>
          <p:cNvPr id="78" name="s1-num">
            <a:extLst>
              <a:ext uri="{FF2B5EF4-FFF2-40B4-BE49-F238E27FC236}">
                <a16:creationId xmlns:a16="http://schemas.microsoft.com/office/drawing/2014/main" id="{9D3DF26F-E9FA-4C13-87DC-40C0A14A2F2C}"/>
              </a:ext>
            </a:extLst>
          </p:cNvPr>
          <p:cNvSpPr txBox="1"/>
          <p:nvPr/>
        </p:nvSpPr>
        <p:spPr>
          <a:xfrm>
            <a:off x="10235467" y="493235"/>
            <a:ext cx="379385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8128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odrumArabic-Bold"/>
                <a:ea typeface="DiodrumArabic-Bold"/>
                <a:cs typeface="DiodrumArabic-Bold"/>
                <a:sym typeface="Arial"/>
              </a:rPr>
              <a:t>01</a:t>
            </a:r>
            <a:endParaRPr kumimoji="0" lang="en-US" sz="1932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odrumArabic-Bold"/>
              <a:ea typeface="DiodrumArabic-Bold"/>
              <a:cs typeface="DiodrumArabic-Bold"/>
              <a:sym typeface="Arial"/>
            </a:endParaRPr>
          </a:p>
        </p:txBody>
      </p:sp>
      <p:sp>
        <p:nvSpPr>
          <p:cNvPr id="79" name="Title 12">
            <a:extLst>
              <a:ext uri="{FF2B5EF4-FFF2-40B4-BE49-F238E27FC236}">
                <a16:creationId xmlns:a16="http://schemas.microsoft.com/office/drawing/2014/main" id="{ADD2FCDD-A898-4E2E-84D7-0170DB3FFE6B}"/>
              </a:ext>
            </a:extLst>
          </p:cNvPr>
          <p:cNvSpPr txBox="1">
            <a:spLocks/>
          </p:cNvSpPr>
          <p:nvPr/>
        </p:nvSpPr>
        <p:spPr>
          <a:xfrm>
            <a:off x="1168273" y="3123883"/>
            <a:ext cx="9251950" cy="590931"/>
          </a:xfrm>
          <a:prstGeom prst="rect">
            <a:avLst/>
          </a:prstGeom>
        </p:spPr>
        <p:txBody>
          <a:bodyPr vert="horz" wrap="square" lIns="0" tIns="45720" rIns="0" bIns="45720" rtlCol="0" anchor="t">
            <a:spAutoFit/>
          </a:bodyPr>
          <a:lstStyle>
            <a:lvl1pPr algn="r" defTabSz="914332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4"/>
                </a:solidFill>
                <a:latin typeface="DiodrumArabic-Bold" panose="00000800000000000000" pitchFamily="2" charset="-78"/>
                <a:ea typeface="+mj-ea"/>
                <a:cs typeface="DiodrumArabic-Bold" panose="00000800000000000000" pitchFamily="2" charset="-78"/>
              </a:defRPr>
            </a:lvl1pPr>
          </a:lstStyle>
          <a:p>
            <a:pPr marL="0" marR="0" lvl="0" indent="0" algn="r" defTabSz="914332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3600" b="0" i="0" u="none" strike="noStrike" kern="1200" cap="none" spc="0" normalizeH="0" baseline="0" noProof="0" dirty="0">
                <a:ln>
                  <a:noFill/>
                </a:ln>
                <a:solidFill>
                  <a:srgbClr val="2A206A"/>
                </a:solidFill>
                <a:effectLst/>
                <a:uLnTx/>
                <a:uFillTx/>
                <a:latin typeface="DiodrumArabic-Bold" panose="00000800000000000000" pitchFamily="2" charset="-78"/>
                <a:ea typeface="+mj-ea"/>
                <a:cs typeface="DiodrumArabic-Bold" panose="00000800000000000000" pitchFamily="2" charset="-78"/>
                <a:sym typeface="Arial"/>
              </a:rPr>
              <a:t>1.2 المخطط لشهر سبتمبر  </a:t>
            </a:r>
          </a:p>
        </p:txBody>
      </p:sp>
      <p:sp>
        <p:nvSpPr>
          <p:cNvPr id="80" name="Slide Number Placeholder 1">
            <a:extLst>
              <a:ext uri="{FF2B5EF4-FFF2-40B4-BE49-F238E27FC236}">
                <a16:creationId xmlns:a16="http://schemas.microsoft.com/office/drawing/2014/main" id="{62A52D15-03C4-4D9B-AB50-612D2A833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7420" y="6498731"/>
            <a:ext cx="467734" cy="20679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79EF615-E246-4FA6-9E75-123AAEB83405}" type="slidenum">
              <a:rPr kumimoji="0" lang="en-PH" sz="900" b="0" i="0" u="none" strike="noStrike" kern="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DiodrumArabic-Semibold"/>
                <a:cs typeface="Arial"/>
                <a:sym typeface="Arial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lang="en-PH" sz="9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DiodrumArabic-Semibold"/>
              <a:cs typeface="Arial"/>
              <a:sym typeface="Arial"/>
            </a:endParaRPr>
          </a:p>
        </p:txBody>
      </p:sp>
      <p:sp>
        <p:nvSpPr>
          <p:cNvPr id="12" name="SecloreFooter">
            <a:extLst>
              <a:ext uri="{FF2B5EF4-FFF2-40B4-BE49-F238E27FC236}">
                <a16:creationId xmlns:a16="http://schemas.microsoft.com/office/drawing/2014/main" id="{3256E98C-32DF-42DD-9307-7E10BBFC890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0C23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Restricted - </a:t>
            </a:r>
            <a:r>
              <a:rPr kumimoji="0" lang="ar-SA" sz="1200" b="0" i="0" u="none" strike="noStrike" kern="0" cap="none" spc="0" normalizeH="0" baseline="0" noProof="0">
                <a:ln>
                  <a:noFill/>
                </a:ln>
                <a:solidFill>
                  <a:srgbClr val="F0C23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مقيد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0C231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6269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35">
            <a:extLst>
              <a:ext uri="{FF2B5EF4-FFF2-40B4-BE49-F238E27FC236}">
                <a16:creationId xmlns:a16="http://schemas.microsoft.com/office/drawing/2014/main" id="{E545E292-BF3E-A8FF-2389-8318FE576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436" y="154155"/>
            <a:ext cx="10515600" cy="603180"/>
          </a:xfrm>
        </p:spPr>
        <p:txBody>
          <a:bodyPr/>
          <a:lstStyle/>
          <a:p>
            <a:r>
              <a:rPr lang="ar-SA" dirty="0">
                <a:solidFill>
                  <a:schemeClr val="accent2">
                    <a:lumMod val="75000"/>
                  </a:schemeClr>
                </a:solidFill>
              </a:rPr>
              <a:t>1.2</a:t>
            </a:r>
            <a:r>
              <a:rPr lang="ar-SA" dirty="0"/>
              <a:t> المخطط لشهر سبتمبر</a:t>
            </a:r>
            <a:endParaRPr lang="en-US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B2E664A-AF98-B66C-DA5F-0B513761F0C9}"/>
              </a:ext>
            </a:extLst>
          </p:cNvPr>
          <p:cNvCxnSpPr>
            <a:cxnSpLocks/>
          </p:cNvCxnSpPr>
          <p:nvPr/>
        </p:nvCxnSpPr>
        <p:spPr>
          <a:xfrm flipH="1">
            <a:off x="379851" y="796402"/>
            <a:ext cx="11448955" cy="0"/>
          </a:xfrm>
          <a:prstGeom prst="line">
            <a:avLst/>
          </a:prstGeom>
          <a:ln w="28575">
            <a:gradFill flip="none" rotWithShape="1">
              <a:gsLst>
                <a:gs pos="100000">
                  <a:schemeClr val="accent2"/>
                </a:gs>
                <a:gs pos="0">
                  <a:schemeClr val="accent3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92EA03-53D2-4479-8841-E541579E9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7420" y="6498731"/>
            <a:ext cx="467734" cy="20679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79EF615-E246-4FA6-9E75-123AAEB83405}" type="slidenum">
              <a:rPr kumimoji="0" lang="en-PH" sz="900" b="0" i="0" u="none" strike="noStrike" kern="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DiodrumArabic-Semibold"/>
                <a:cs typeface="Arial"/>
                <a:sym typeface="Arial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lang="en-PH" sz="9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DiodrumArabic-Semibold"/>
              <a:cs typeface="Arial"/>
              <a:sym typeface="Arial"/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FFAE0311-7CEC-4623-802C-135B95689447}"/>
              </a:ext>
            </a:extLst>
          </p:cNvPr>
          <p:cNvSpPr/>
          <p:nvPr/>
        </p:nvSpPr>
        <p:spPr>
          <a:xfrm>
            <a:off x="4366315" y="1610333"/>
            <a:ext cx="4483100" cy="1097280"/>
          </a:xfrm>
          <a:prstGeom prst="roundRect">
            <a:avLst/>
          </a:prstGeom>
          <a:gradFill>
            <a:gsLst>
              <a:gs pos="0">
                <a:srgbClr val="1D164B"/>
              </a:gs>
              <a:gs pos="90000">
                <a:srgbClr val="3B2D8A"/>
              </a:gs>
            </a:gsLst>
            <a:lin ang="2700000" scaled="1"/>
          </a:gradFill>
          <a:ln w="12700">
            <a:noFill/>
          </a:ln>
          <a:effectLst>
            <a:outerShdw blurRad="190500" algn="tl" rotWithShape="0">
              <a:prstClr val="black">
                <a:alpha val="15000"/>
              </a:prstClr>
            </a:outerShdw>
          </a:effectLst>
        </p:spPr>
        <p:txBody>
          <a:bodyPr wrap="square" tIns="0" rIns="640080" bIns="45720" anchor="ctr">
            <a:noAutofit/>
          </a:bodyPr>
          <a:lstStyle/>
          <a:p>
            <a:pPr algn="r" rtl="1">
              <a:lnSpc>
                <a:spcPct val="120000"/>
              </a:lnSpc>
            </a:pPr>
            <a:endParaRPr lang="ar-SA" sz="900">
              <a:solidFill>
                <a:schemeClr val="accent4"/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6A4DD6B-91E0-47FA-8CB5-E1E0CCB93CF7}"/>
              </a:ext>
            </a:extLst>
          </p:cNvPr>
          <p:cNvCxnSpPr>
            <a:cxnSpLocks/>
          </p:cNvCxnSpPr>
          <p:nvPr/>
        </p:nvCxnSpPr>
        <p:spPr>
          <a:xfrm>
            <a:off x="1753384" y="3078532"/>
            <a:ext cx="9657708" cy="0"/>
          </a:xfrm>
          <a:prstGeom prst="line">
            <a:avLst/>
          </a:prstGeom>
          <a:ln w="15875" cap="flat" cmpd="sng" algn="ctr">
            <a:solidFill>
              <a:schemeClr val="accent4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BDD4DA9-3F04-4292-AAB0-63E64085A6B6}"/>
              </a:ext>
            </a:extLst>
          </p:cNvPr>
          <p:cNvCxnSpPr>
            <a:cxnSpLocks/>
          </p:cNvCxnSpPr>
          <p:nvPr/>
        </p:nvCxnSpPr>
        <p:spPr>
          <a:xfrm flipV="1">
            <a:off x="6406869" y="1848437"/>
            <a:ext cx="0" cy="640080"/>
          </a:xfrm>
          <a:prstGeom prst="line">
            <a:avLst/>
          </a:prstGeom>
          <a:noFill/>
          <a:ln w="15875" cap="rnd" cmpd="sng" algn="ctr">
            <a:solidFill>
              <a:schemeClr val="bg1">
                <a:alpha val="50000"/>
              </a:schemeClr>
            </a:solidFill>
            <a:prstDash val="solid"/>
            <a:round/>
          </a:ln>
          <a:effectLst/>
        </p:spPr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7825D8B7-9FB9-4F67-A4D4-059B7FC047D0}"/>
              </a:ext>
            </a:extLst>
          </p:cNvPr>
          <p:cNvSpPr txBox="1"/>
          <p:nvPr/>
        </p:nvSpPr>
        <p:spPr>
          <a:xfrm>
            <a:off x="4351114" y="1610333"/>
            <a:ext cx="1503884" cy="109728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28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5</a:t>
            </a:r>
            <a:r>
              <a:rPr lang="en-US" sz="24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 </a:t>
            </a:r>
            <a:r>
              <a:rPr lang="ar-SA" sz="1050" dirty="0">
                <a:solidFill>
                  <a:schemeClr val="bg1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ورش عمل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9AE6DE3-6735-4A3B-8C76-E9D94821BFD1}"/>
              </a:ext>
            </a:extLst>
          </p:cNvPr>
          <p:cNvSpPr txBox="1"/>
          <p:nvPr/>
        </p:nvSpPr>
        <p:spPr>
          <a:xfrm>
            <a:off x="6377087" y="1610333"/>
            <a:ext cx="1497913" cy="109728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28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1 </a:t>
            </a:r>
            <a:r>
              <a:rPr lang="en-US" sz="24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 </a:t>
            </a:r>
            <a:r>
              <a:rPr lang="ar-SA" sz="1050" dirty="0">
                <a:solidFill>
                  <a:schemeClr val="bg1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برنامج محلي </a:t>
            </a:r>
          </a:p>
        </p:txBody>
      </p:sp>
      <p:pic>
        <p:nvPicPr>
          <p:cNvPr id="71" name="Graphic 70">
            <a:extLst>
              <a:ext uri="{FF2B5EF4-FFF2-40B4-BE49-F238E27FC236}">
                <a16:creationId xmlns:a16="http://schemas.microsoft.com/office/drawing/2014/main" id="{B5AC3437-8955-4495-AD1F-8ED565B40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5000" y="1935273"/>
            <a:ext cx="457200" cy="457200"/>
          </a:xfrm>
          <a:prstGeom prst="rect">
            <a:avLst/>
          </a:prstGeom>
        </p:spPr>
      </p:pic>
      <p:pic>
        <p:nvPicPr>
          <p:cNvPr id="72" name="Graphic 71">
            <a:extLst>
              <a:ext uri="{FF2B5EF4-FFF2-40B4-BE49-F238E27FC236}">
                <a16:creationId xmlns:a16="http://schemas.microsoft.com/office/drawing/2014/main" id="{F4F2F0B6-F961-4581-AAA6-76268725A4F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03010" y="1935273"/>
            <a:ext cx="457200" cy="457200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6193D81C-3554-4993-9C66-EF1B2CB55A39}"/>
              </a:ext>
            </a:extLst>
          </p:cNvPr>
          <p:cNvGrpSpPr/>
          <p:nvPr/>
        </p:nvGrpSpPr>
        <p:grpSpPr>
          <a:xfrm>
            <a:off x="9836219" y="4309528"/>
            <a:ext cx="1243647" cy="1734916"/>
            <a:chOff x="8445526" y="3071670"/>
            <a:chExt cx="3383280" cy="3305393"/>
          </a:xfrm>
        </p:grpSpPr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DAF83DE7-A416-4B8A-B3AB-E7F0718E150B}"/>
                </a:ext>
              </a:extLst>
            </p:cNvPr>
            <p:cNvSpPr/>
            <p:nvPr/>
          </p:nvSpPr>
          <p:spPr>
            <a:xfrm>
              <a:off x="8445526" y="3071670"/>
              <a:ext cx="3383280" cy="2468881"/>
            </a:xfrm>
            <a:prstGeom prst="roundRect">
              <a:avLst>
                <a:gd name="adj" fmla="val 3781"/>
              </a:avLst>
            </a:prstGeom>
            <a:solidFill>
              <a:schemeClr val="accent4"/>
            </a:solidFill>
            <a:ln w="1587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marL="0" marR="0" lvl="0" indent="0" algn="justLow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ar-SA" sz="1050" b="0" i="0" u="none" strike="noStrike" kern="0" cap="none" spc="0" normalizeH="0" baseline="0" noProof="0">
                <a:ln>
                  <a:noFill/>
                </a:ln>
                <a:solidFill>
                  <a:srgbClr val="2A206A"/>
                </a:solidFill>
                <a:effectLst/>
                <a:uLnTx/>
                <a:uFillTx/>
                <a:latin typeface="☞DIODRUM ARABIC SEMIBOLD" panose="00000700000000000000" pitchFamily="2" charset="-78"/>
                <a:ea typeface="+mn-ea"/>
                <a:cs typeface="☞DIODRUM ARABIC SEMIBOLD" panose="00000700000000000000" pitchFamily="2" charset="-78"/>
                <a:sym typeface="Arial"/>
              </a:endParaRPr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0833F496-1D80-423F-B363-710C4D114229}"/>
                </a:ext>
              </a:extLst>
            </p:cNvPr>
            <p:cNvSpPr/>
            <p:nvPr/>
          </p:nvSpPr>
          <p:spPr>
            <a:xfrm>
              <a:off x="8445526" y="3118817"/>
              <a:ext cx="3383280" cy="3258246"/>
            </a:xfrm>
            <a:prstGeom prst="roundRect">
              <a:avLst>
                <a:gd name="adj" fmla="val 3781"/>
              </a:avLst>
            </a:prstGeom>
            <a:solidFill>
              <a:schemeClr val="bg1"/>
            </a:solidFill>
            <a:ln w="15875">
              <a:noFill/>
            </a:ln>
            <a:effectLst>
              <a:outerShdw blurRad="1905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marL="0" marR="0" lvl="0" indent="0" algn="justLow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ar-SA" sz="1050" b="0" i="0" u="none" strike="noStrike" kern="0" cap="none" spc="0" normalizeH="0" baseline="0" noProof="0">
                <a:ln>
                  <a:noFill/>
                </a:ln>
                <a:solidFill>
                  <a:srgbClr val="2A206A"/>
                </a:solidFill>
                <a:effectLst/>
                <a:uLnTx/>
                <a:uFillTx/>
                <a:latin typeface="☞DIODRUM ARABIC SEMIBOLD" panose="00000700000000000000" pitchFamily="2" charset="-78"/>
                <a:ea typeface="+mn-ea"/>
                <a:cs typeface="☞DIODRUM ARABIC SEMIBOLD" panose="00000700000000000000" pitchFamily="2" charset="-78"/>
                <a:sym typeface="Arial"/>
              </a:endParaRP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458AA88A-A7B8-4D4D-B5E9-92A81BFDCEEC}"/>
              </a:ext>
            </a:extLst>
          </p:cNvPr>
          <p:cNvSpPr txBox="1"/>
          <p:nvPr/>
        </p:nvSpPr>
        <p:spPr>
          <a:xfrm>
            <a:off x="9874709" y="4564277"/>
            <a:ext cx="1167650" cy="948432"/>
          </a:xfrm>
          <a:prstGeom prst="roundRect">
            <a:avLst>
              <a:gd name="adj" fmla="val 7882"/>
            </a:avLst>
          </a:prstGeom>
          <a:noFill/>
          <a:ln w="12700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en-US" sz="1200" dirty="0">
                <a:solidFill>
                  <a:srgbClr val="2A206A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Google Cloud Innovation &amp; AI Enablement</a:t>
            </a:r>
            <a:endParaRPr lang="ar-SA" sz="1200" dirty="0">
              <a:solidFill>
                <a:srgbClr val="2A206A"/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  <a:p>
            <a:pPr marL="0" marR="0" lvl="0" indent="0" algn="ctr" defTabSz="914400" rtl="1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ar-SA" sz="1000" b="0" i="0" u="none" strike="noStrike" kern="0" cap="none" spc="0" normalizeH="0" baseline="0" noProof="0" dirty="0">
              <a:ln>
                <a:noFill/>
              </a:ln>
              <a:solidFill>
                <a:srgbClr val="2A206A"/>
              </a:solidFill>
              <a:effectLst/>
              <a:uLnTx/>
              <a:uFillTx/>
              <a:latin typeface="☞DIODRUM ARABIC MEDIUM" panose="00000600000000000000" pitchFamily="2" charset="-78"/>
              <a:cs typeface="☞DIODRUM ARABIC MEDIUM" panose="00000600000000000000" pitchFamily="2" charset="-78"/>
              <a:sym typeface="Arial"/>
            </a:endParaRP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EC5F6748-E7D4-41A4-8CE8-3311DEB1EC03}"/>
              </a:ext>
            </a:extLst>
          </p:cNvPr>
          <p:cNvCxnSpPr>
            <a:cxnSpLocks/>
          </p:cNvCxnSpPr>
          <p:nvPr/>
        </p:nvCxnSpPr>
        <p:spPr>
          <a:xfrm>
            <a:off x="2479249" y="4271972"/>
            <a:ext cx="8674809" cy="0"/>
          </a:xfrm>
          <a:prstGeom prst="line">
            <a:avLst/>
          </a:prstGeom>
          <a:ln w="19050">
            <a:solidFill>
              <a:schemeClr val="accent4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AD44C13-8B03-4EE9-B9EA-86C815FF51F4}"/>
              </a:ext>
            </a:extLst>
          </p:cNvPr>
          <p:cNvCxnSpPr>
            <a:cxnSpLocks/>
          </p:cNvCxnSpPr>
          <p:nvPr/>
        </p:nvCxnSpPr>
        <p:spPr>
          <a:xfrm flipV="1">
            <a:off x="4443617" y="4368561"/>
            <a:ext cx="0" cy="1557753"/>
          </a:xfrm>
          <a:prstGeom prst="line">
            <a:avLst/>
          </a:prstGeom>
          <a:ln w="15875" cap="flat" cmpd="sng" algn="ctr">
            <a:solidFill>
              <a:schemeClr val="accent4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83A50B07-B76D-43AF-8FDF-BA3731BC0956}"/>
              </a:ext>
            </a:extLst>
          </p:cNvPr>
          <p:cNvSpPr txBox="1"/>
          <p:nvPr/>
        </p:nvSpPr>
        <p:spPr>
          <a:xfrm>
            <a:off x="2671697" y="3827283"/>
            <a:ext cx="1441588" cy="39107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alpha val="10000"/>
              </a:schemeClr>
            </a:solidFill>
          </a:ln>
        </p:spPr>
        <p:txBody>
          <a:bodyPr wrap="square" lIns="0" rIns="0" bIns="91440" anchor="ctr"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Clr>
                <a:srgbClr val="1CC182"/>
              </a:buClr>
              <a:buSzPct val="120000"/>
              <a:buFont typeface="Arial"/>
              <a:buNone/>
              <a:tabLst/>
              <a:defRPr/>
            </a:pPr>
            <a:r>
              <a:rPr lang="ar-SA" sz="1200" dirty="0">
                <a:solidFill>
                  <a:srgbClr val="2A206A">
                    <a:alpha val="50000"/>
                  </a:srgbClr>
                </a:solidFill>
                <a:latin typeface="SST Arabic" panose="020B0504030504020204" pitchFamily="34" charset="-78"/>
                <a:cs typeface="DiodrumArabic-Medium"/>
              </a:rPr>
              <a:t>برامج </a:t>
            </a:r>
            <a:endParaRPr kumimoji="0" lang="ar-SA" sz="1200" b="0" i="0" u="none" strike="noStrike" kern="0" cap="none" spc="0" normalizeH="0" baseline="0" noProof="0" dirty="0">
              <a:ln>
                <a:noFill/>
              </a:ln>
              <a:solidFill>
                <a:srgbClr val="2A206A">
                  <a:alpha val="50000"/>
                </a:srgbClr>
              </a:solidFill>
              <a:effectLst/>
              <a:uLnTx/>
              <a:uFillTx/>
              <a:latin typeface="SST Arabic" panose="020B0504030504020204" pitchFamily="34" charset="-78"/>
              <a:cs typeface="DiodrumArabic-Medium"/>
              <a:sym typeface="Arial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A6091C7-B6BD-4BA7-A588-12EBB2C6754D}"/>
              </a:ext>
            </a:extLst>
          </p:cNvPr>
          <p:cNvSpPr txBox="1"/>
          <p:nvPr/>
        </p:nvSpPr>
        <p:spPr>
          <a:xfrm>
            <a:off x="8298569" y="3279930"/>
            <a:ext cx="3502492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ar-SA" sz="1600" dirty="0">
                <a:solidFill>
                  <a:srgbClr val="2A206A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  <a:t>أبرز البرامج والورش  المخطط  لها </a:t>
            </a:r>
            <a:r>
              <a:rPr kumimoji="0" lang="ar-SA" sz="1600" b="0" i="0" u="none" strike="noStrike" kern="0" cap="none" spc="0" normalizeH="0" baseline="0" noProof="0" dirty="0">
                <a:ln>
                  <a:noFill/>
                </a:ln>
                <a:solidFill>
                  <a:srgbClr val="2A206A"/>
                </a:solidFill>
                <a:effectLst/>
                <a:uLnTx/>
                <a:uFillTx/>
                <a:latin typeface="☞DIODRUM ARABIC SEMIBOLD" panose="00000700000000000000" pitchFamily="2" charset="-78"/>
                <a:cs typeface="☞DIODRUM ARABIC SEMIBOLD" panose="00000700000000000000" pitchFamily="2" charset="-78"/>
                <a:sym typeface="Arial"/>
              </a:rPr>
              <a:t>:  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F17E3D-F4CB-41C6-91B7-B33E921435B7}"/>
              </a:ext>
            </a:extLst>
          </p:cNvPr>
          <p:cNvSpPr txBox="1"/>
          <p:nvPr/>
        </p:nvSpPr>
        <p:spPr>
          <a:xfrm>
            <a:off x="5603489" y="3815655"/>
            <a:ext cx="5118066" cy="39415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alpha val="10000"/>
              </a:schemeClr>
            </a:solidFill>
          </a:ln>
        </p:spPr>
        <p:txBody>
          <a:bodyPr wrap="square" lIns="0" rIns="0" bIns="91440" anchor="ctr"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Clr>
                <a:srgbClr val="1CC182"/>
              </a:buClr>
              <a:buSzPct val="120000"/>
              <a:buFont typeface="Arial"/>
              <a:buNone/>
              <a:tabLst/>
              <a:defRPr/>
            </a:pPr>
            <a:r>
              <a:rPr kumimoji="0" lang="ar-SA" sz="1200" b="0" i="0" u="none" strike="noStrike" kern="0" cap="none" spc="0" normalizeH="0" baseline="0" noProof="0" dirty="0">
                <a:ln>
                  <a:noFill/>
                </a:ln>
                <a:solidFill>
                  <a:srgbClr val="2A206A">
                    <a:alpha val="50000"/>
                  </a:srgbClr>
                </a:solidFill>
                <a:effectLst/>
                <a:uLnTx/>
                <a:uFillTx/>
                <a:latin typeface="SST Arabic" panose="020B0504030504020204" pitchFamily="34" charset="-78"/>
                <a:cs typeface="DiodrumArabic-Medium"/>
                <a:sym typeface="Arial"/>
              </a:rPr>
              <a:t>ورش العمل </a:t>
            </a:r>
          </a:p>
        </p:txBody>
      </p:sp>
      <p:pic>
        <p:nvPicPr>
          <p:cNvPr id="112" name="Image 2" descr="preencoded.png">
            <a:extLst>
              <a:ext uri="{FF2B5EF4-FFF2-40B4-BE49-F238E27FC236}">
                <a16:creationId xmlns:a16="http://schemas.microsoft.com/office/drawing/2014/main" id="{10706DBC-DCBD-4B9E-BCB2-EF63319F9E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2769" y="5613219"/>
            <a:ext cx="945082" cy="147322"/>
          </a:xfrm>
          <a:prstGeom prst="rect">
            <a:avLst/>
          </a:prstGeom>
        </p:spPr>
      </p:pic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05F2F7A9-8A12-4C5D-AE83-0F5219B93713}"/>
              </a:ext>
            </a:extLst>
          </p:cNvPr>
          <p:cNvCxnSpPr>
            <a:cxnSpLocks/>
          </p:cNvCxnSpPr>
          <p:nvPr/>
        </p:nvCxnSpPr>
        <p:spPr>
          <a:xfrm flipH="1">
            <a:off x="10181731" y="5552810"/>
            <a:ext cx="73974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16484F7-C3A2-4BE2-9A41-E16C5A93D48C}"/>
              </a:ext>
            </a:extLst>
          </p:cNvPr>
          <p:cNvGrpSpPr/>
          <p:nvPr/>
        </p:nvGrpSpPr>
        <p:grpSpPr>
          <a:xfrm>
            <a:off x="8363019" y="4309528"/>
            <a:ext cx="1243647" cy="1744152"/>
            <a:chOff x="8445526" y="3071670"/>
            <a:chExt cx="3383280" cy="3322989"/>
          </a:xfrm>
        </p:grpSpPr>
        <p:sp>
          <p:nvSpPr>
            <p:cNvPr id="118" name="Rectangle: Rounded Corners 117">
              <a:extLst>
                <a:ext uri="{FF2B5EF4-FFF2-40B4-BE49-F238E27FC236}">
                  <a16:creationId xmlns:a16="http://schemas.microsoft.com/office/drawing/2014/main" id="{81BA3AD8-927E-4D0A-8A7E-4AFBC7634A7F}"/>
                </a:ext>
              </a:extLst>
            </p:cNvPr>
            <p:cNvSpPr/>
            <p:nvPr/>
          </p:nvSpPr>
          <p:spPr>
            <a:xfrm>
              <a:off x="8445526" y="3071670"/>
              <a:ext cx="3383280" cy="2468881"/>
            </a:xfrm>
            <a:prstGeom prst="roundRect">
              <a:avLst>
                <a:gd name="adj" fmla="val 3781"/>
              </a:avLst>
            </a:prstGeom>
            <a:solidFill>
              <a:schemeClr val="accent4"/>
            </a:solidFill>
            <a:ln w="1587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marL="0" marR="0" lvl="0" indent="0" algn="justLow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ar-SA" sz="1050" b="0" i="0" u="none" strike="noStrike" kern="0" cap="none" spc="0" normalizeH="0" baseline="0" noProof="0">
                <a:ln>
                  <a:noFill/>
                </a:ln>
                <a:solidFill>
                  <a:srgbClr val="2A206A"/>
                </a:solidFill>
                <a:effectLst/>
                <a:uLnTx/>
                <a:uFillTx/>
                <a:latin typeface="☞DIODRUM ARABIC SEMIBOLD" panose="00000700000000000000" pitchFamily="2" charset="-78"/>
                <a:ea typeface="+mn-ea"/>
                <a:cs typeface="☞DIODRUM ARABIC SEMIBOLD" panose="00000700000000000000" pitchFamily="2" charset="-78"/>
                <a:sym typeface="Arial"/>
              </a:endParaRPr>
            </a:p>
          </p:txBody>
        </p:sp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0338952C-773D-43BD-82D9-DD1AB2E73175}"/>
                </a:ext>
              </a:extLst>
            </p:cNvPr>
            <p:cNvSpPr/>
            <p:nvPr/>
          </p:nvSpPr>
          <p:spPr>
            <a:xfrm>
              <a:off x="8445526" y="3136413"/>
              <a:ext cx="3383280" cy="3258246"/>
            </a:xfrm>
            <a:prstGeom prst="roundRect">
              <a:avLst>
                <a:gd name="adj" fmla="val 3781"/>
              </a:avLst>
            </a:prstGeom>
            <a:solidFill>
              <a:schemeClr val="bg1"/>
            </a:solidFill>
            <a:ln w="15875">
              <a:noFill/>
            </a:ln>
            <a:effectLst>
              <a:outerShdw blurRad="1905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marL="0" marR="0" lvl="0" indent="0" algn="justLow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ar-SA" sz="1050" b="0" i="0" u="none" strike="noStrike" kern="0" cap="none" spc="0" normalizeH="0" baseline="0" noProof="0">
                <a:ln>
                  <a:noFill/>
                </a:ln>
                <a:solidFill>
                  <a:srgbClr val="2A206A"/>
                </a:solidFill>
                <a:effectLst/>
                <a:uLnTx/>
                <a:uFillTx/>
                <a:latin typeface="☞DIODRUM ARABIC SEMIBOLD" panose="00000700000000000000" pitchFamily="2" charset="-78"/>
                <a:ea typeface="+mn-ea"/>
                <a:cs typeface="☞DIODRUM ARABIC SEMIBOLD" panose="00000700000000000000" pitchFamily="2" charset="-78"/>
                <a:sym typeface="Arial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FFF0E393-00FB-415A-A4E5-C95286A645FE}"/>
              </a:ext>
            </a:extLst>
          </p:cNvPr>
          <p:cNvSpPr txBox="1"/>
          <p:nvPr/>
        </p:nvSpPr>
        <p:spPr>
          <a:xfrm>
            <a:off x="8401509" y="4456682"/>
            <a:ext cx="1167650" cy="1132230"/>
          </a:xfrm>
          <a:prstGeom prst="roundRect">
            <a:avLst>
              <a:gd name="adj" fmla="val 7882"/>
            </a:avLst>
          </a:prstGeom>
          <a:noFill/>
          <a:ln w="12700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1100" dirty="0">
                <a:solidFill>
                  <a:srgbClr val="2A206A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اتخاذ القرار في عصر الذكاء الإصطناعي بين الحكمة والجرأة </a:t>
            </a:r>
          </a:p>
          <a:p>
            <a:pPr marL="0" marR="0" lvl="0" indent="0" algn="ctr" defTabSz="914400" rtl="1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ar-SA" sz="900" b="0" i="0" u="none" strike="noStrike" kern="0" cap="none" spc="0" normalizeH="0" baseline="0" noProof="0" dirty="0">
              <a:ln>
                <a:noFill/>
              </a:ln>
              <a:solidFill>
                <a:srgbClr val="2A206A"/>
              </a:solidFill>
              <a:effectLst/>
              <a:uLnTx/>
              <a:uFillTx/>
              <a:latin typeface="☞DIODRUM ARABIC MEDIUM" panose="00000600000000000000" pitchFamily="2" charset="-78"/>
              <a:cs typeface="☞DIODRUM ARABIC MEDIUM" panose="00000600000000000000" pitchFamily="2" charset="-78"/>
              <a:sym typeface="Arial"/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6BD7EB1-8C32-4D17-BB2F-192EBF02ECB5}"/>
              </a:ext>
            </a:extLst>
          </p:cNvPr>
          <p:cNvGrpSpPr/>
          <p:nvPr/>
        </p:nvGrpSpPr>
        <p:grpSpPr>
          <a:xfrm>
            <a:off x="6847040" y="4301506"/>
            <a:ext cx="1243647" cy="1744152"/>
            <a:chOff x="8445526" y="3071670"/>
            <a:chExt cx="3383280" cy="3322989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4927E6AE-42AB-4BF3-943B-CDA048252C79}"/>
                </a:ext>
              </a:extLst>
            </p:cNvPr>
            <p:cNvSpPr/>
            <p:nvPr/>
          </p:nvSpPr>
          <p:spPr>
            <a:xfrm>
              <a:off x="8445526" y="3071670"/>
              <a:ext cx="3383280" cy="2468881"/>
            </a:xfrm>
            <a:prstGeom prst="roundRect">
              <a:avLst>
                <a:gd name="adj" fmla="val 3781"/>
              </a:avLst>
            </a:prstGeom>
            <a:solidFill>
              <a:schemeClr val="accent4"/>
            </a:solidFill>
            <a:ln w="1587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marL="0" marR="0" lvl="0" indent="0" algn="justLow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ar-SA" sz="1050" b="0" i="0" u="none" strike="noStrike" kern="0" cap="none" spc="0" normalizeH="0" baseline="0" noProof="0">
                <a:ln>
                  <a:noFill/>
                </a:ln>
                <a:solidFill>
                  <a:srgbClr val="2A206A"/>
                </a:solidFill>
                <a:effectLst/>
                <a:uLnTx/>
                <a:uFillTx/>
                <a:latin typeface="☞DIODRUM ARABIC SEMIBOLD" panose="00000700000000000000" pitchFamily="2" charset="-78"/>
                <a:ea typeface="+mn-ea"/>
                <a:cs typeface="☞DIODRUM ARABIC SEMIBOLD" panose="00000700000000000000" pitchFamily="2" charset="-78"/>
                <a:sym typeface="Arial"/>
              </a:endParaRPr>
            </a:p>
          </p:txBody>
        </p:sp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6FFA8D8F-D538-4DE7-9DCD-48A93B23C3E9}"/>
                </a:ext>
              </a:extLst>
            </p:cNvPr>
            <p:cNvSpPr/>
            <p:nvPr/>
          </p:nvSpPr>
          <p:spPr>
            <a:xfrm>
              <a:off x="8445526" y="3136413"/>
              <a:ext cx="3383280" cy="3258246"/>
            </a:xfrm>
            <a:prstGeom prst="roundRect">
              <a:avLst>
                <a:gd name="adj" fmla="val 3781"/>
              </a:avLst>
            </a:prstGeom>
            <a:solidFill>
              <a:schemeClr val="bg1"/>
            </a:solidFill>
            <a:ln w="15875">
              <a:noFill/>
            </a:ln>
            <a:effectLst>
              <a:outerShdw blurRad="1905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marL="0" marR="0" lvl="0" indent="0" algn="justLow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ar-SA" sz="1050" b="0" i="0" u="none" strike="noStrike" kern="0" cap="none" spc="0" normalizeH="0" baseline="0" noProof="0">
                <a:ln>
                  <a:noFill/>
                </a:ln>
                <a:solidFill>
                  <a:srgbClr val="2A206A"/>
                </a:solidFill>
                <a:effectLst/>
                <a:uLnTx/>
                <a:uFillTx/>
                <a:latin typeface="☞DIODRUM ARABIC SEMIBOLD" panose="00000700000000000000" pitchFamily="2" charset="-78"/>
                <a:ea typeface="+mn-ea"/>
                <a:cs typeface="☞DIODRUM ARABIC SEMIBOLD" panose="00000700000000000000" pitchFamily="2" charset="-78"/>
                <a:sym typeface="Arial"/>
              </a:endParaRPr>
            </a:p>
          </p:txBody>
        </p: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C6F9A155-E7B0-4FC9-B86A-402899AA365A}"/>
              </a:ext>
            </a:extLst>
          </p:cNvPr>
          <p:cNvSpPr txBox="1"/>
          <p:nvPr/>
        </p:nvSpPr>
        <p:spPr>
          <a:xfrm>
            <a:off x="6718866" y="4457127"/>
            <a:ext cx="1562918" cy="1132230"/>
          </a:xfrm>
          <a:prstGeom prst="roundRect">
            <a:avLst>
              <a:gd name="adj" fmla="val 7882"/>
            </a:avLst>
          </a:prstGeom>
          <a:noFill/>
          <a:ln w="12700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1100" dirty="0">
                <a:solidFill>
                  <a:srgbClr val="2A206A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الذكاء</a:t>
            </a:r>
            <a:r>
              <a:rPr lang="en-US" sz="1100" dirty="0">
                <a:solidFill>
                  <a:srgbClr val="2A206A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 </a:t>
            </a:r>
            <a:r>
              <a:rPr lang="ar-SA" sz="1100" dirty="0">
                <a:solidFill>
                  <a:srgbClr val="2A206A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الإصطناعي والأتمته لتمكين القطاعين الحكومي والصناعي </a:t>
            </a:r>
          </a:p>
          <a:p>
            <a:pPr marL="0" marR="0" lvl="0" indent="0" algn="ctr" defTabSz="914400" rtl="1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ar-SA" sz="1000" b="0" i="0" u="none" strike="noStrike" kern="0" cap="none" spc="0" normalizeH="0" baseline="0" noProof="0" dirty="0">
              <a:ln>
                <a:noFill/>
              </a:ln>
              <a:solidFill>
                <a:srgbClr val="2A206A"/>
              </a:solidFill>
              <a:effectLst/>
              <a:uLnTx/>
              <a:uFillTx/>
              <a:latin typeface="☞DIODRUM ARABIC MEDIUM" panose="00000600000000000000" pitchFamily="2" charset="-78"/>
              <a:cs typeface="☞DIODRUM ARABIC MEDIUM" panose="00000600000000000000" pitchFamily="2" charset="-78"/>
              <a:sym typeface="Arial"/>
            </a:endParaRP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5A3122E-064F-4635-AE31-7EB957812852}"/>
              </a:ext>
            </a:extLst>
          </p:cNvPr>
          <p:cNvCxnSpPr>
            <a:cxnSpLocks/>
          </p:cNvCxnSpPr>
          <p:nvPr/>
        </p:nvCxnSpPr>
        <p:spPr>
          <a:xfrm flipH="1">
            <a:off x="6995691" y="5419123"/>
            <a:ext cx="105826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2" name="Picture 131">
            <a:extLst>
              <a:ext uri="{FF2B5EF4-FFF2-40B4-BE49-F238E27FC236}">
                <a16:creationId xmlns:a16="http://schemas.microsoft.com/office/drawing/2014/main" id="{B9367AAE-5552-4E22-B80E-EFB1205403E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31583" t="26157" r="29987" b="26399"/>
          <a:stretch/>
        </p:blipFill>
        <p:spPr>
          <a:xfrm>
            <a:off x="7261562" y="5481950"/>
            <a:ext cx="427545" cy="434951"/>
          </a:xfrm>
          <a:prstGeom prst="rect">
            <a:avLst/>
          </a:prstGeom>
        </p:spPr>
      </p:pic>
      <p:grpSp>
        <p:nvGrpSpPr>
          <p:cNvPr id="133" name="Group 132">
            <a:extLst>
              <a:ext uri="{FF2B5EF4-FFF2-40B4-BE49-F238E27FC236}">
                <a16:creationId xmlns:a16="http://schemas.microsoft.com/office/drawing/2014/main" id="{3AAB9708-3B42-454B-8E23-A3B0E8DE3051}"/>
              </a:ext>
            </a:extLst>
          </p:cNvPr>
          <p:cNvGrpSpPr/>
          <p:nvPr/>
        </p:nvGrpSpPr>
        <p:grpSpPr>
          <a:xfrm>
            <a:off x="5373840" y="4287651"/>
            <a:ext cx="1243647" cy="1744152"/>
            <a:chOff x="8445526" y="3071670"/>
            <a:chExt cx="3383280" cy="3322989"/>
          </a:xfrm>
        </p:grpSpPr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4D4FA762-85C8-448F-9E92-3C298B6771B6}"/>
                </a:ext>
              </a:extLst>
            </p:cNvPr>
            <p:cNvSpPr/>
            <p:nvPr/>
          </p:nvSpPr>
          <p:spPr>
            <a:xfrm>
              <a:off x="8445526" y="3071670"/>
              <a:ext cx="3383280" cy="2468881"/>
            </a:xfrm>
            <a:prstGeom prst="roundRect">
              <a:avLst>
                <a:gd name="adj" fmla="val 3781"/>
              </a:avLst>
            </a:prstGeom>
            <a:solidFill>
              <a:schemeClr val="accent4"/>
            </a:solidFill>
            <a:ln w="1587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marL="0" marR="0" lvl="0" indent="0" algn="justLow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ar-SA" sz="1050" b="0" i="0" u="none" strike="noStrike" kern="0" cap="none" spc="0" normalizeH="0" baseline="0" noProof="0">
                <a:ln>
                  <a:noFill/>
                </a:ln>
                <a:solidFill>
                  <a:srgbClr val="2A206A"/>
                </a:solidFill>
                <a:effectLst/>
                <a:uLnTx/>
                <a:uFillTx/>
                <a:latin typeface="☞DIODRUM ARABIC SEMIBOLD" panose="00000700000000000000" pitchFamily="2" charset="-78"/>
                <a:ea typeface="+mn-ea"/>
                <a:cs typeface="☞DIODRUM ARABIC SEMIBOLD" panose="00000700000000000000" pitchFamily="2" charset="-78"/>
                <a:sym typeface="Arial"/>
              </a:endParaRPr>
            </a:p>
          </p:txBody>
        </p:sp>
        <p:sp>
          <p:nvSpPr>
            <p:cNvPr id="135" name="Rectangle: Rounded Corners 134">
              <a:extLst>
                <a:ext uri="{FF2B5EF4-FFF2-40B4-BE49-F238E27FC236}">
                  <a16:creationId xmlns:a16="http://schemas.microsoft.com/office/drawing/2014/main" id="{65486E8B-B52A-4EB5-9C1D-FDB3FDC62480}"/>
                </a:ext>
              </a:extLst>
            </p:cNvPr>
            <p:cNvSpPr/>
            <p:nvPr/>
          </p:nvSpPr>
          <p:spPr>
            <a:xfrm>
              <a:off x="8445526" y="3136413"/>
              <a:ext cx="3383280" cy="3258246"/>
            </a:xfrm>
            <a:prstGeom prst="roundRect">
              <a:avLst>
                <a:gd name="adj" fmla="val 3781"/>
              </a:avLst>
            </a:prstGeom>
            <a:solidFill>
              <a:schemeClr val="bg1"/>
            </a:solidFill>
            <a:ln w="15875">
              <a:noFill/>
            </a:ln>
            <a:effectLst>
              <a:outerShdw blurRad="1905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marL="0" marR="0" lvl="0" indent="0" algn="justLow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ar-SA" sz="1050" b="0" i="0" u="none" strike="noStrike" kern="0" cap="none" spc="0" normalizeH="0" baseline="0" noProof="0">
                <a:ln>
                  <a:noFill/>
                </a:ln>
                <a:solidFill>
                  <a:srgbClr val="2A206A"/>
                </a:solidFill>
                <a:effectLst/>
                <a:uLnTx/>
                <a:uFillTx/>
                <a:latin typeface="☞DIODRUM ARABIC SEMIBOLD" panose="00000700000000000000" pitchFamily="2" charset="-78"/>
                <a:ea typeface="+mn-ea"/>
                <a:cs typeface="☞DIODRUM ARABIC SEMIBOLD" panose="00000700000000000000" pitchFamily="2" charset="-78"/>
                <a:sym typeface="Arial"/>
              </a:endParaRPr>
            </a:p>
          </p:txBody>
        </p:sp>
      </p:grpSp>
      <p:sp>
        <p:nvSpPr>
          <p:cNvPr id="137" name="TextBox 136">
            <a:extLst>
              <a:ext uri="{FF2B5EF4-FFF2-40B4-BE49-F238E27FC236}">
                <a16:creationId xmlns:a16="http://schemas.microsoft.com/office/drawing/2014/main" id="{86202F29-6966-4A0E-ABDA-56AAA24FD60F}"/>
              </a:ext>
            </a:extLst>
          </p:cNvPr>
          <p:cNvSpPr txBox="1"/>
          <p:nvPr/>
        </p:nvSpPr>
        <p:spPr>
          <a:xfrm>
            <a:off x="5245666" y="4443272"/>
            <a:ext cx="1562918" cy="1132230"/>
          </a:xfrm>
          <a:prstGeom prst="roundRect">
            <a:avLst>
              <a:gd name="adj" fmla="val 7882"/>
            </a:avLst>
          </a:prstGeom>
          <a:noFill/>
          <a:ln w="12700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1100" dirty="0">
                <a:solidFill>
                  <a:srgbClr val="2A206A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الإبتكار والتطبيقات الحكومية للذكاء الإصطناعي </a:t>
            </a:r>
          </a:p>
          <a:p>
            <a:pPr marL="0" marR="0" lvl="0" indent="0" algn="ctr" defTabSz="914400" rtl="1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ar-SA" sz="1000" b="0" i="0" u="none" strike="noStrike" kern="0" cap="none" spc="0" normalizeH="0" baseline="0" noProof="0" dirty="0">
              <a:ln>
                <a:noFill/>
              </a:ln>
              <a:solidFill>
                <a:srgbClr val="2A206A"/>
              </a:solidFill>
              <a:effectLst/>
              <a:uLnTx/>
              <a:uFillTx/>
              <a:latin typeface="☞DIODRUM ARABIC MEDIUM" panose="00000600000000000000" pitchFamily="2" charset="-78"/>
              <a:cs typeface="☞DIODRUM ARABIC MEDIUM" panose="00000600000000000000" pitchFamily="2" charset="-78"/>
              <a:sym typeface="Arial"/>
            </a:endParaRP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CF0AA198-1112-49C4-B225-7A68CEA34BDC}"/>
              </a:ext>
            </a:extLst>
          </p:cNvPr>
          <p:cNvCxnSpPr>
            <a:cxnSpLocks/>
          </p:cNvCxnSpPr>
          <p:nvPr/>
        </p:nvCxnSpPr>
        <p:spPr>
          <a:xfrm flipH="1">
            <a:off x="5430238" y="5405268"/>
            <a:ext cx="115051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9" name="Picture 138" descr="A blue sign with white text&#10;&#10;Description automatically generated">
            <a:extLst>
              <a:ext uri="{FF2B5EF4-FFF2-40B4-BE49-F238E27FC236}">
                <a16:creationId xmlns:a16="http://schemas.microsoft.com/office/drawing/2014/main" id="{9EF77B2D-31E5-43C5-ADDB-B5F21660D06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6170" y="5598056"/>
            <a:ext cx="863812" cy="331128"/>
          </a:xfrm>
          <a:prstGeom prst="rect">
            <a:avLst/>
          </a:prstGeom>
        </p:spPr>
      </p:pic>
      <p:grpSp>
        <p:nvGrpSpPr>
          <p:cNvPr id="140" name="Group 139">
            <a:extLst>
              <a:ext uri="{FF2B5EF4-FFF2-40B4-BE49-F238E27FC236}">
                <a16:creationId xmlns:a16="http://schemas.microsoft.com/office/drawing/2014/main" id="{F1581DC7-966F-4AD9-A94D-A786F6083B4B}"/>
              </a:ext>
            </a:extLst>
          </p:cNvPr>
          <p:cNvGrpSpPr/>
          <p:nvPr/>
        </p:nvGrpSpPr>
        <p:grpSpPr>
          <a:xfrm>
            <a:off x="2774799" y="4301508"/>
            <a:ext cx="1243647" cy="1624806"/>
            <a:chOff x="8445526" y="3071670"/>
            <a:chExt cx="3383280" cy="3371977"/>
          </a:xfrm>
        </p:grpSpPr>
        <p:sp>
          <p:nvSpPr>
            <p:cNvPr id="141" name="Rectangle: Rounded Corners 140">
              <a:extLst>
                <a:ext uri="{FF2B5EF4-FFF2-40B4-BE49-F238E27FC236}">
                  <a16:creationId xmlns:a16="http://schemas.microsoft.com/office/drawing/2014/main" id="{E4F58E05-CFD3-4C06-82D5-B9BC9C0794C7}"/>
                </a:ext>
              </a:extLst>
            </p:cNvPr>
            <p:cNvSpPr/>
            <p:nvPr/>
          </p:nvSpPr>
          <p:spPr>
            <a:xfrm>
              <a:off x="8445526" y="3071670"/>
              <a:ext cx="3383280" cy="2468881"/>
            </a:xfrm>
            <a:prstGeom prst="roundRect">
              <a:avLst>
                <a:gd name="adj" fmla="val 3781"/>
              </a:avLst>
            </a:prstGeom>
            <a:solidFill>
              <a:schemeClr val="accent4"/>
            </a:solidFill>
            <a:ln w="1587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marL="0" marR="0" lvl="0" indent="0" algn="justLow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ar-SA" sz="1050" b="0" i="0" u="none" strike="noStrike" kern="0" cap="none" spc="0" normalizeH="0" baseline="0" noProof="0">
                <a:ln>
                  <a:noFill/>
                </a:ln>
                <a:solidFill>
                  <a:srgbClr val="2A206A"/>
                </a:solidFill>
                <a:effectLst/>
                <a:uLnTx/>
                <a:uFillTx/>
                <a:latin typeface="☞DIODRUM ARABIC SEMIBOLD" panose="00000700000000000000" pitchFamily="2" charset="-78"/>
                <a:ea typeface="+mn-ea"/>
                <a:cs typeface="☞DIODRUM ARABIC SEMIBOLD" panose="00000700000000000000" pitchFamily="2" charset="-78"/>
                <a:sym typeface="Arial"/>
              </a:endParaRPr>
            </a:p>
          </p:txBody>
        </p:sp>
        <p:sp>
          <p:nvSpPr>
            <p:cNvPr id="142" name="Rectangle: Rounded Corners 141">
              <a:extLst>
                <a:ext uri="{FF2B5EF4-FFF2-40B4-BE49-F238E27FC236}">
                  <a16:creationId xmlns:a16="http://schemas.microsoft.com/office/drawing/2014/main" id="{F7649C2C-7EEC-43E0-A0A6-3EDD4F9B2211}"/>
                </a:ext>
              </a:extLst>
            </p:cNvPr>
            <p:cNvSpPr/>
            <p:nvPr/>
          </p:nvSpPr>
          <p:spPr>
            <a:xfrm>
              <a:off x="8445526" y="3185401"/>
              <a:ext cx="3383280" cy="3258246"/>
            </a:xfrm>
            <a:prstGeom prst="roundRect">
              <a:avLst>
                <a:gd name="adj" fmla="val 3781"/>
              </a:avLst>
            </a:prstGeom>
            <a:solidFill>
              <a:schemeClr val="bg1"/>
            </a:solidFill>
            <a:ln w="15875">
              <a:noFill/>
            </a:ln>
            <a:effectLst>
              <a:outerShdw blurRad="1905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marL="0" marR="0" lvl="0" indent="0" algn="justLow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ar-SA" sz="1050" b="0" i="0" u="none" strike="noStrike" kern="0" cap="none" spc="0" normalizeH="0" baseline="0" noProof="0">
                <a:ln>
                  <a:noFill/>
                </a:ln>
                <a:solidFill>
                  <a:srgbClr val="2A206A"/>
                </a:solidFill>
                <a:effectLst/>
                <a:uLnTx/>
                <a:uFillTx/>
                <a:latin typeface="☞DIODRUM ARABIC SEMIBOLD" panose="00000700000000000000" pitchFamily="2" charset="-78"/>
                <a:ea typeface="+mn-ea"/>
                <a:cs typeface="☞DIODRUM ARABIC SEMIBOLD" panose="00000700000000000000" pitchFamily="2" charset="-78"/>
                <a:sym typeface="Arial"/>
              </a:endParaRPr>
            </a:p>
          </p:txBody>
        </p: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93CFE7C5-27FA-41B8-99A9-ADA1FE8D4393}"/>
              </a:ext>
            </a:extLst>
          </p:cNvPr>
          <p:cNvSpPr txBox="1"/>
          <p:nvPr/>
        </p:nvSpPr>
        <p:spPr>
          <a:xfrm>
            <a:off x="2700994" y="4572299"/>
            <a:ext cx="1367583" cy="948432"/>
          </a:xfrm>
          <a:prstGeom prst="roundRect">
            <a:avLst>
              <a:gd name="adj" fmla="val 7882"/>
            </a:avLst>
          </a:prstGeom>
          <a:noFill/>
          <a:ln w="12700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1600" dirty="0">
                <a:solidFill>
                  <a:srgbClr val="2A206A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تحسين محركات البحث </a:t>
            </a:r>
          </a:p>
          <a:p>
            <a:pPr marL="0" marR="0" lvl="0" indent="0" algn="ctr" defTabSz="914400" rtl="1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ar-SA" sz="1100" b="0" i="0" u="none" strike="noStrike" kern="0" cap="none" spc="0" normalizeH="0" baseline="0" noProof="0" dirty="0">
              <a:ln>
                <a:noFill/>
              </a:ln>
              <a:solidFill>
                <a:srgbClr val="2A206A"/>
              </a:solidFill>
              <a:effectLst/>
              <a:uLnTx/>
              <a:uFillTx/>
              <a:latin typeface="☞DIODRUM ARABIC MEDIUM" panose="00000600000000000000" pitchFamily="2" charset="-78"/>
              <a:cs typeface="☞DIODRUM ARABIC MEDIUM" panose="00000600000000000000" pitchFamily="2" charset="-78"/>
              <a:sym typeface="Arial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50D275BC-69FA-4F9A-B540-42C6C6C57721}"/>
              </a:ext>
            </a:extLst>
          </p:cNvPr>
          <p:cNvSpPr txBox="1"/>
          <p:nvPr/>
        </p:nvSpPr>
        <p:spPr>
          <a:xfrm>
            <a:off x="8210332" y="1138311"/>
            <a:ext cx="3502492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ar-SA" sz="1600" dirty="0">
                <a:solidFill>
                  <a:srgbClr val="2A206A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  <a:t>خطة التنفيذ لشهر سبتمبر  :</a:t>
            </a:r>
            <a:endParaRPr kumimoji="0" lang="ar-SA" sz="1600" b="0" i="0" u="none" strike="noStrike" kern="0" cap="none" spc="0" normalizeH="0" baseline="0" noProof="0" dirty="0">
              <a:ln>
                <a:noFill/>
              </a:ln>
              <a:solidFill>
                <a:srgbClr val="2A206A"/>
              </a:solidFill>
              <a:effectLst/>
              <a:uLnTx/>
              <a:uFillTx/>
              <a:latin typeface="☞DIODRUM ARABIC SEMIBOLD" panose="00000700000000000000" pitchFamily="2" charset="-78"/>
              <a:cs typeface="☞DIODRUM ARABIC SEMIBOLD" panose="00000700000000000000" pitchFamily="2" charset="-78"/>
              <a:sym typeface="Arial"/>
            </a:endParaRPr>
          </a:p>
        </p:txBody>
      </p:sp>
      <p:sp>
        <p:nvSpPr>
          <p:cNvPr id="4" name="SecloreFooter">
            <a:extLst>
              <a:ext uri="{FF2B5EF4-FFF2-40B4-BE49-F238E27FC236}">
                <a16:creationId xmlns:a16="http://schemas.microsoft.com/office/drawing/2014/main" id="{CE9AD31D-2698-4E61-B15D-8DB3C6F01D8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824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5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g-num"/>
          <p:cNvSpPr txBox="1"/>
          <p:nvPr/>
        </p:nvSpPr>
        <p:spPr>
          <a:xfrm>
            <a:off x="255130" y="2044007"/>
            <a:ext cx="2638543" cy="276998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812810">
              <a:buClrTx/>
            </a:pPr>
            <a:r>
              <a:rPr lang="ar-SA" sz="18000" kern="1200" dirty="0">
                <a:solidFill>
                  <a:srgbClr val="1CC182"/>
                </a:solidFill>
                <a:latin typeface="DiodrumArabic-Bold"/>
                <a:cs typeface="DiodrumArabic-Bold"/>
              </a:rPr>
              <a:t>02</a:t>
            </a:r>
            <a:endParaRPr lang="en-US" sz="18000" kern="1200" dirty="0">
              <a:solidFill>
                <a:srgbClr val="1CC182"/>
              </a:solidFill>
              <a:latin typeface="DiodrumArabic-Bold"/>
              <a:cs typeface="DiodrumArabic-Bold"/>
            </a:endParaRPr>
          </a:p>
        </p:txBody>
      </p:sp>
      <p:sp>
        <p:nvSpPr>
          <p:cNvPr id="6" name="title"/>
          <p:cNvSpPr txBox="1"/>
          <p:nvPr/>
        </p:nvSpPr>
        <p:spPr>
          <a:xfrm>
            <a:off x="4775200" y="3132668"/>
            <a:ext cx="6705600" cy="499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defTabSz="812810" rtl="1">
              <a:lnSpc>
                <a:spcPct val="120000"/>
              </a:lnSpc>
              <a:buClrTx/>
            </a:pPr>
            <a:r>
              <a:rPr lang="ar-SA" sz="2999" kern="1200" dirty="0">
                <a:solidFill>
                  <a:srgbClr val="FFFFFF"/>
                </a:solidFill>
                <a:latin typeface="DiodrumArabic-Bold"/>
                <a:ea typeface="DiodrumArabic-Bold"/>
                <a:cs typeface="DiodrumArabic-Bold"/>
              </a:rPr>
              <a:t>الجهود والمبادرات القائمة</a:t>
            </a:r>
          </a:p>
        </p:txBody>
      </p:sp>
      <p:sp>
        <p:nvSpPr>
          <p:cNvPr id="22" name="prog1">
            <a:extLst>
              <a:ext uri="{FF2B5EF4-FFF2-40B4-BE49-F238E27FC236}">
                <a16:creationId xmlns:a16="http://schemas.microsoft.com/office/drawing/2014/main" id="{ADB9E06E-78AB-4BA2-9740-A2FD03A37D13}"/>
              </a:ext>
            </a:extLst>
          </p:cNvPr>
          <p:cNvSpPr/>
          <p:nvPr/>
        </p:nvSpPr>
        <p:spPr>
          <a:xfrm>
            <a:off x="10972800" y="2159565"/>
            <a:ext cx="508000" cy="65476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12810">
              <a:buClrTx/>
            </a:pPr>
            <a:endParaRPr sz="3200" kern="1200">
              <a:solidFill>
                <a:prstClr val="white"/>
              </a:solidFill>
              <a:latin typeface="DiodrumArabic-Regular"/>
              <a:cs typeface="DiodrumArabic-Regular"/>
            </a:endParaRPr>
          </a:p>
        </p:txBody>
      </p:sp>
      <p:sp>
        <p:nvSpPr>
          <p:cNvPr id="23" name="prog2">
            <a:extLst>
              <a:ext uri="{FF2B5EF4-FFF2-40B4-BE49-F238E27FC236}">
                <a16:creationId xmlns:a16="http://schemas.microsoft.com/office/drawing/2014/main" id="{B9A1625D-429E-4683-B097-A095A36C72E1}"/>
              </a:ext>
            </a:extLst>
          </p:cNvPr>
          <p:cNvSpPr/>
          <p:nvPr/>
        </p:nvSpPr>
        <p:spPr>
          <a:xfrm>
            <a:off x="10363200" y="2159565"/>
            <a:ext cx="508000" cy="6547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12810">
              <a:buClrTx/>
            </a:pPr>
            <a:endParaRPr sz="3200" kern="1200">
              <a:solidFill>
                <a:prstClr val="white"/>
              </a:solidFill>
              <a:latin typeface="DiodrumArabic-Regular"/>
              <a:cs typeface="DiodrumArabic-Regular"/>
            </a:endParaRPr>
          </a:p>
        </p:txBody>
      </p:sp>
      <p:sp>
        <p:nvSpPr>
          <p:cNvPr id="3" name="SecloreFooter">
            <a:extLst>
              <a:ext uri="{FF2B5EF4-FFF2-40B4-BE49-F238E27FC236}">
                <a16:creationId xmlns:a16="http://schemas.microsoft.com/office/drawing/2014/main" id="{E1B6FAD4-8A9C-42BF-97AD-94B7D08E308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464616"/>
            <a:ext cx="12192000" cy="281378"/>
          </a:xfrm>
        </p:spPr>
        <p:txBody>
          <a:bodyPr/>
          <a:lstStyle/>
          <a:p>
            <a:r>
              <a:rPr lang="en-US" sz="1200"/>
              <a:t>Restricted - </a:t>
            </a:r>
            <a:r>
              <a:rPr lang="ar-SA" sz="1200"/>
              <a:t>مقيد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85119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021ADDF-8E2C-45B8-BF02-B7B1F89E2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224" y="455907"/>
            <a:ext cx="6975460" cy="522501"/>
          </a:xfrm>
        </p:spPr>
        <p:txBody>
          <a:bodyPr/>
          <a:lstStyle/>
          <a:p>
            <a:r>
              <a:rPr lang="ar-SA" sz="2000" dirty="0">
                <a:solidFill>
                  <a:schemeClr val="accent2">
                    <a:lumMod val="75000"/>
                  </a:schemeClr>
                </a:solidFill>
              </a:rPr>
              <a:t>الجهود والمبادرات القائمة 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7" name="s1-num-badge">
            <a:extLst>
              <a:ext uri="{FF2B5EF4-FFF2-40B4-BE49-F238E27FC236}">
                <a16:creationId xmlns:a16="http://schemas.microsoft.com/office/drawing/2014/main" id="{CD5DA493-5272-42FA-8365-A3966CC354D1}"/>
              </a:ext>
            </a:extLst>
          </p:cNvPr>
          <p:cNvSpPr/>
          <p:nvPr/>
        </p:nvSpPr>
        <p:spPr>
          <a:xfrm>
            <a:off x="10058400" y="398757"/>
            <a:ext cx="714462" cy="643659"/>
          </a:xfrm>
          <a:prstGeom prst="roundRect">
            <a:avLst>
              <a:gd name="adj" fmla="val 28599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2700000" scaled="1"/>
          </a:gradFill>
          <a:ln>
            <a:noFill/>
          </a:ln>
          <a:effectLst>
            <a:outerShdw blurRad="57150" dist="19050" dir="5400000" rotWithShape="0">
              <a:srgbClr val="24135F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128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odrumArabic-Regular"/>
              <a:ea typeface="+mn-ea"/>
              <a:cs typeface="DiodrumArabic-Regular"/>
              <a:sym typeface="Arial"/>
            </a:endParaRPr>
          </a:p>
        </p:txBody>
      </p:sp>
      <p:sp>
        <p:nvSpPr>
          <p:cNvPr id="78" name="s1-num">
            <a:extLst>
              <a:ext uri="{FF2B5EF4-FFF2-40B4-BE49-F238E27FC236}">
                <a16:creationId xmlns:a16="http://schemas.microsoft.com/office/drawing/2014/main" id="{9D3DF26F-E9FA-4C13-87DC-40C0A14A2F2C}"/>
              </a:ext>
            </a:extLst>
          </p:cNvPr>
          <p:cNvSpPr txBox="1"/>
          <p:nvPr/>
        </p:nvSpPr>
        <p:spPr>
          <a:xfrm>
            <a:off x="10114961" y="493235"/>
            <a:ext cx="499891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8128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ar-SA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odrumArabic-Bold"/>
                <a:ea typeface="DiodrumArabic-Bold"/>
                <a:cs typeface="DiodrumArabic-Bold"/>
                <a:sym typeface="Arial"/>
              </a:rPr>
              <a:t>02</a:t>
            </a:r>
            <a:endParaRPr kumimoji="0" lang="en-US" sz="1932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odrumArabic-Bold"/>
              <a:ea typeface="DiodrumArabic-Bold"/>
              <a:cs typeface="DiodrumArabic-Bold"/>
              <a:sym typeface="Arial"/>
            </a:endParaRPr>
          </a:p>
        </p:txBody>
      </p:sp>
      <p:sp>
        <p:nvSpPr>
          <p:cNvPr id="79" name="Title 12">
            <a:extLst>
              <a:ext uri="{FF2B5EF4-FFF2-40B4-BE49-F238E27FC236}">
                <a16:creationId xmlns:a16="http://schemas.microsoft.com/office/drawing/2014/main" id="{ADD2FCDD-A898-4E2E-84D7-0170DB3FFE6B}"/>
              </a:ext>
            </a:extLst>
          </p:cNvPr>
          <p:cNvSpPr txBox="1">
            <a:spLocks/>
          </p:cNvSpPr>
          <p:nvPr/>
        </p:nvSpPr>
        <p:spPr>
          <a:xfrm>
            <a:off x="933255" y="3142737"/>
            <a:ext cx="10080858" cy="590931"/>
          </a:xfrm>
          <a:prstGeom prst="rect">
            <a:avLst/>
          </a:prstGeom>
        </p:spPr>
        <p:txBody>
          <a:bodyPr vert="horz" wrap="square" lIns="0" tIns="45720" rIns="0" bIns="45720" rtlCol="0" anchor="t">
            <a:spAutoFit/>
          </a:bodyPr>
          <a:lstStyle>
            <a:lvl1pPr algn="r" defTabSz="914332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4"/>
                </a:solidFill>
                <a:latin typeface="DiodrumArabic-Bold" panose="00000800000000000000" pitchFamily="2" charset="-78"/>
                <a:ea typeface="+mj-ea"/>
                <a:cs typeface="DiodrumArabic-Bold" panose="00000800000000000000" pitchFamily="2" charset="-78"/>
              </a:defRPr>
            </a:lvl1pPr>
          </a:lstStyle>
          <a:p>
            <a:pPr marL="0" marR="0" lvl="0" indent="0" algn="r" defTabSz="914332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3600" b="0" i="0" u="none" strike="noStrike" kern="1200" cap="none" spc="0" normalizeH="0" baseline="0" noProof="0" dirty="0">
                <a:ln>
                  <a:noFill/>
                </a:ln>
                <a:solidFill>
                  <a:srgbClr val="2A206A"/>
                </a:solidFill>
                <a:effectLst/>
                <a:uLnTx/>
                <a:uFillTx/>
                <a:latin typeface="DiodrumArabic-Bold" panose="00000800000000000000" pitchFamily="2" charset="-78"/>
                <a:ea typeface="+mj-ea"/>
                <a:cs typeface="DiodrumArabic-Bold" panose="00000800000000000000" pitchFamily="2" charset="-78"/>
                <a:sym typeface="Arial"/>
              </a:rPr>
              <a:t>2.1 </a:t>
            </a:r>
            <a:r>
              <a:rPr lang="ar-SA" sz="3600" dirty="0">
                <a:solidFill>
                  <a:srgbClr val="2A206A"/>
                </a:solidFill>
              </a:rPr>
              <a:t>أعمال مبادرة الذكاء الإصطناعي مع وزارة الاتصالات </a:t>
            </a:r>
          </a:p>
        </p:txBody>
      </p:sp>
      <p:sp>
        <p:nvSpPr>
          <p:cNvPr id="80" name="Slide Number Placeholder 1">
            <a:extLst>
              <a:ext uri="{FF2B5EF4-FFF2-40B4-BE49-F238E27FC236}">
                <a16:creationId xmlns:a16="http://schemas.microsoft.com/office/drawing/2014/main" id="{62A52D15-03C4-4D9B-AB50-612D2A833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7420" y="6498731"/>
            <a:ext cx="467734" cy="20679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79EF615-E246-4FA6-9E75-123AAEB83405}" type="slidenum">
              <a:rPr kumimoji="0" lang="en-PH" sz="900" b="0" i="0" u="none" strike="noStrike" kern="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DiodrumArabic-Semibold"/>
                <a:cs typeface="Arial"/>
                <a:sym typeface="Arial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</a:t>
            </a:fld>
            <a:endParaRPr kumimoji="0" lang="en-PH" sz="9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DiodrumArabic-Semibold"/>
              <a:cs typeface="Arial"/>
              <a:sym typeface="Arial"/>
            </a:endParaRPr>
          </a:p>
        </p:txBody>
      </p:sp>
      <p:sp>
        <p:nvSpPr>
          <p:cNvPr id="12" name="SecloreFooter">
            <a:extLst>
              <a:ext uri="{FF2B5EF4-FFF2-40B4-BE49-F238E27FC236}">
                <a16:creationId xmlns:a16="http://schemas.microsoft.com/office/drawing/2014/main" id="{3256E98C-32DF-42DD-9307-7E10BBFC890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0C23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Restricted - </a:t>
            </a:r>
            <a:r>
              <a:rPr kumimoji="0" lang="ar-SA" sz="1200" b="0" i="0" u="none" strike="noStrike" kern="0" cap="none" spc="0" normalizeH="0" baseline="0" noProof="0">
                <a:ln>
                  <a:noFill/>
                </a:ln>
                <a:solidFill>
                  <a:srgbClr val="F0C23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مقيد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0C231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2745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9061F-EB94-3729-CBB7-08F3AF2F2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DE73A26-121F-DCEB-12E8-3E2FAACCB03A}"/>
              </a:ext>
            </a:extLst>
          </p:cNvPr>
          <p:cNvCxnSpPr>
            <a:cxnSpLocks/>
          </p:cNvCxnSpPr>
          <p:nvPr/>
        </p:nvCxnSpPr>
        <p:spPr>
          <a:xfrm flipH="1">
            <a:off x="379851" y="938642"/>
            <a:ext cx="11448955" cy="0"/>
          </a:xfrm>
          <a:prstGeom prst="line">
            <a:avLst/>
          </a:prstGeom>
          <a:ln w="28575">
            <a:gradFill flip="none" rotWithShape="1">
              <a:gsLst>
                <a:gs pos="100000">
                  <a:schemeClr val="accent2"/>
                </a:gs>
                <a:gs pos="0">
                  <a:schemeClr val="accent3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cloreFooter">
            <a:extLst>
              <a:ext uri="{FF2B5EF4-FFF2-40B4-BE49-F238E27FC236}">
                <a16:creationId xmlns:a16="http://schemas.microsoft.com/office/drawing/2014/main" id="{58F27995-F8CF-D37B-0D81-FE8260A1426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524D06-7089-421F-BEDD-AAEC18DA1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EF615-E246-4FA6-9E75-123AAEB83405}" type="slidenum">
              <a:rPr lang="en-PH" smtClean="0"/>
              <a:pPr/>
              <a:t>10</a:t>
            </a:fld>
            <a:endParaRPr lang="en-PH" dirty="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74BE6068-53EB-417A-8D53-0AC4E7A68F50}"/>
              </a:ext>
            </a:extLst>
          </p:cNvPr>
          <p:cNvSpPr/>
          <p:nvPr/>
        </p:nvSpPr>
        <p:spPr>
          <a:xfrm>
            <a:off x="3346515" y="1282045"/>
            <a:ext cx="7909089" cy="744718"/>
          </a:xfrm>
          <a:prstGeom prst="roundRect">
            <a:avLst/>
          </a:prstGeom>
          <a:gradFill>
            <a:gsLst>
              <a:gs pos="0">
                <a:srgbClr val="1D164B"/>
              </a:gs>
              <a:gs pos="90000">
                <a:srgbClr val="3B2D8A"/>
              </a:gs>
            </a:gsLst>
            <a:lin ang="2700000" scaled="1"/>
          </a:gradFill>
          <a:ln w="12700">
            <a:noFill/>
          </a:ln>
          <a:effectLst>
            <a:outerShdw blurRad="190500" algn="tl" rotWithShape="0">
              <a:prstClr val="black">
                <a:alpha val="15000"/>
              </a:prstClr>
            </a:outerShdw>
          </a:effectLst>
        </p:spPr>
        <p:txBody>
          <a:bodyPr wrap="square" tIns="0" rIns="64008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endParaRPr lang="ar-SA" sz="900" dirty="0">
              <a:solidFill>
                <a:schemeClr val="accent4"/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CA2FE32-ED9E-4F38-84C4-21E33409FD66}"/>
              </a:ext>
            </a:extLst>
          </p:cNvPr>
          <p:cNvCxnSpPr>
            <a:cxnSpLocks/>
          </p:cNvCxnSpPr>
          <p:nvPr/>
        </p:nvCxnSpPr>
        <p:spPr>
          <a:xfrm flipV="1">
            <a:off x="8231160" y="2923791"/>
            <a:ext cx="0" cy="2955086"/>
          </a:xfrm>
          <a:prstGeom prst="line">
            <a:avLst/>
          </a:prstGeom>
          <a:ln w="15875" cap="flat" cmpd="sng" algn="ctr">
            <a:solidFill>
              <a:schemeClr val="accent4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782BEA6C-65F3-48BE-8BD5-95CE567E33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5005" r="18" b="34147"/>
          <a:stretch/>
        </p:blipFill>
        <p:spPr>
          <a:xfrm>
            <a:off x="937938" y="1284271"/>
            <a:ext cx="2031291" cy="626722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948C8AB-6CC6-446C-A9CB-DF6B446C0CEE}"/>
              </a:ext>
            </a:extLst>
          </p:cNvPr>
          <p:cNvSpPr/>
          <p:nvPr/>
        </p:nvSpPr>
        <p:spPr>
          <a:xfrm>
            <a:off x="8690378" y="2727862"/>
            <a:ext cx="2657650" cy="2848591"/>
          </a:xfrm>
          <a:prstGeom prst="roundRect">
            <a:avLst>
              <a:gd name="adj" fmla="val 3781"/>
            </a:avLst>
          </a:prstGeom>
          <a:solidFill>
            <a:schemeClr val="accent4"/>
          </a:solidFill>
          <a:ln w="158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algn="justLow" rtl="1">
              <a:lnSpc>
                <a:spcPct val="150000"/>
              </a:lnSpc>
            </a:pPr>
            <a:endParaRPr lang="ar-SA" sz="1050">
              <a:solidFill>
                <a:schemeClr val="accent4"/>
              </a:solidFill>
              <a:latin typeface="☞DIODRUM ARABIC SEMIBOLD" panose="00000700000000000000" pitchFamily="2" charset="-78"/>
              <a:cs typeface="☞DIODRUM ARABIC SEMIBOLD" panose="000007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64C3467-978C-4569-BED8-0B55ECE7DD73}"/>
              </a:ext>
            </a:extLst>
          </p:cNvPr>
          <p:cNvSpPr/>
          <p:nvPr/>
        </p:nvSpPr>
        <p:spPr>
          <a:xfrm>
            <a:off x="8690378" y="2759391"/>
            <a:ext cx="2657650" cy="2819585"/>
          </a:xfrm>
          <a:prstGeom prst="roundRect">
            <a:avLst>
              <a:gd name="adj" fmla="val 3781"/>
            </a:avLst>
          </a:prstGeom>
          <a:solidFill>
            <a:schemeClr val="bg1"/>
          </a:solidFill>
          <a:ln w="15875">
            <a:noFill/>
          </a:ln>
          <a:effectLst>
            <a:outerShdw blurRad="1905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algn="justLow" rtl="1">
              <a:lnSpc>
                <a:spcPct val="150000"/>
              </a:lnSpc>
            </a:pPr>
            <a:endParaRPr lang="ar-SA" sz="1050">
              <a:solidFill>
                <a:schemeClr val="accent4"/>
              </a:solidFill>
              <a:latin typeface="☞DIODRUM ARABIC SEMIBOLD" panose="00000700000000000000" pitchFamily="2" charset="-78"/>
              <a:cs typeface="☞DIODRUM ARABIC SEMIBOLD" panose="00000700000000000000" pitchFamily="2" charset="-78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CB26A7-600E-4E2C-B48F-8E3532A11A91}"/>
              </a:ext>
            </a:extLst>
          </p:cNvPr>
          <p:cNvSpPr txBox="1"/>
          <p:nvPr/>
        </p:nvSpPr>
        <p:spPr>
          <a:xfrm>
            <a:off x="8700651" y="3528865"/>
            <a:ext cx="2657651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rtl="1"/>
            <a:r>
              <a:rPr lang="ar-SA" sz="1100" dirty="0">
                <a:solidFill>
                  <a:schemeClr val="accent5">
                    <a:lumMod val="50000"/>
                  </a:schemeClr>
                </a:solidFill>
                <a:latin typeface="DiodrumArabic-Bold" panose="00000800000000000000" pitchFamily="2" charset="-78"/>
                <a:cs typeface="DiodrumArabic-Bold"/>
              </a:rPr>
              <a:t>تم إعداد دراسة استطلاعية بعنوان :</a:t>
            </a:r>
            <a:br>
              <a:rPr lang="ar-SA" sz="1100" dirty="0">
                <a:solidFill>
                  <a:schemeClr val="accent5">
                    <a:lumMod val="50000"/>
                  </a:schemeClr>
                </a:solidFill>
                <a:latin typeface="DiodrumArabic-Bold" panose="00000800000000000000" pitchFamily="2" charset="-78"/>
                <a:cs typeface="DiodrumArabic-Bold"/>
              </a:rPr>
            </a:br>
            <a:r>
              <a:rPr lang="ar-SA" sz="1100" dirty="0">
                <a:solidFill>
                  <a:schemeClr val="accent5">
                    <a:lumMod val="50000"/>
                  </a:schemeClr>
                </a:solidFill>
                <a:latin typeface="DiodrumArabic-Bold" panose="00000800000000000000" pitchFamily="2" charset="-78"/>
                <a:cs typeface="DiodrumArabic-Bold"/>
              </a:rPr>
              <a:t>" التدريب في الذكاء الاصطناعي "</a:t>
            </a:r>
            <a:br>
              <a:rPr lang="ar-SA" sz="1100" dirty="0">
                <a:solidFill>
                  <a:schemeClr val="accent5">
                    <a:lumMod val="50000"/>
                  </a:schemeClr>
                </a:solidFill>
                <a:latin typeface="DiodrumArabic-Bold" panose="00000800000000000000" pitchFamily="2" charset="-78"/>
                <a:cs typeface="DiodrumArabic-Bold"/>
              </a:rPr>
            </a:br>
            <a:r>
              <a:rPr lang="ar-SA" sz="1100" dirty="0">
                <a:solidFill>
                  <a:schemeClr val="accent5">
                    <a:lumMod val="50000"/>
                  </a:schemeClr>
                </a:solidFill>
                <a:latin typeface="DiodrumArabic-Bold" panose="00000800000000000000" pitchFamily="2" charset="-78"/>
                <a:cs typeface="DiodrumArabic-Bold"/>
              </a:rPr>
              <a:t>تستهدف تطوير القيادات الحكومية في مجال الذكاء الإصطناعي </a:t>
            </a:r>
            <a:endParaRPr lang="en-US" sz="1100" dirty="0">
              <a:solidFill>
                <a:schemeClr val="accent5">
                  <a:lumMod val="50000"/>
                </a:schemeClr>
              </a:solidFill>
              <a:latin typeface="DiodrumArabic-Bold" panose="00000800000000000000" pitchFamily="2" charset="-78"/>
              <a:cs typeface="DiodrumArabic-Bold" panose="00000800000000000000" pitchFamily="2" charset="-78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A997FB-40BD-460A-97F3-D9D5E46A159B}"/>
              </a:ext>
            </a:extLst>
          </p:cNvPr>
          <p:cNvSpPr txBox="1"/>
          <p:nvPr/>
        </p:nvSpPr>
        <p:spPr>
          <a:xfrm>
            <a:off x="10204353" y="4438510"/>
            <a:ext cx="1143673" cy="326243"/>
          </a:xfrm>
          <a:prstGeom prst="rect">
            <a:avLst/>
          </a:prstGeom>
          <a:solidFill>
            <a:schemeClr val="accent4">
              <a:alpha val="10000"/>
            </a:schemeClr>
          </a:solidFill>
        </p:spPr>
        <p:txBody>
          <a:bodyPr wrap="square">
            <a:spAutoFit/>
          </a:bodyPr>
          <a:lstStyle/>
          <a:p>
            <a:pPr marR="0" lvl="0" algn="ctr" defTabSz="914400" rtl="1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rgbClr val="1CC182"/>
              </a:buClr>
              <a:buSzTx/>
              <a:tabLst/>
              <a:defRPr/>
            </a:pPr>
            <a:r>
              <a:rPr lang="ar-SA" sz="1400" b="1" dirty="0">
                <a:solidFill>
                  <a:schemeClr val="accent4"/>
                </a:solidFill>
                <a:latin typeface="☞DIODRUM ARABIC MEDIUM" panose="00000600000000000000" pitchFamily="2" charset="-78"/>
                <a:cs typeface="+mj-cs"/>
              </a:rPr>
              <a:t>المخرج :</a:t>
            </a:r>
            <a:endParaRPr lang="ar-SA" sz="1400" b="1" dirty="0">
              <a:solidFill>
                <a:schemeClr val="accent4"/>
              </a:solidFill>
              <a:latin typeface="Arial" panose="020B0604020202020204" pitchFamily="34" charset="0"/>
              <a:cs typeface="+mj-cs"/>
            </a:endParaRPr>
          </a:p>
        </p:txBody>
      </p:sp>
      <p:sp>
        <p:nvSpPr>
          <p:cNvPr id="44" name="Text 61">
            <a:extLst>
              <a:ext uri="{FF2B5EF4-FFF2-40B4-BE49-F238E27FC236}">
                <a16:creationId xmlns:a16="http://schemas.microsoft.com/office/drawing/2014/main" id="{931887A4-3132-4B57-ABAC-5AFDC4999D73}"/>
              </a:ext>
            </a:extLst>
          </p:cNvPr>
          <p:cNvSpPr/>
          <p:nvPr/>
        </p:nvSpPr>
        <p:spPr>
          <a:xfrm>
            <a:off x="7944040" y="2810835"/>
            <a:ext cx="3311028" cy="528374"/>
          </a:xfrm>
          <a:prstGeom prst="roundRect">
            <a:avLst>
              <a:gd name="adj" fmla="val 12133"/>
            </a:avLst>
          </a:prstGeom>
          <a:gradFill flip="none" rotWithShape="1">
            <a:gsLst>
              <a:gs pos="3000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0" scaled="1"/>
            <a:tileRect/>
          </a:gradFill>
          <a:ln/>
        </p:spPr>
        <p:txBody>
          <a:bodyPr wrap="square" lIns="914400" tIns="25400" rIns="91440" bIns="25400" rtlCol="0" anchor="ctr">
            <a:noAutofit/>
          </a:bodyPr>
          <a:lstStyle/>
          <a:p>
            <a:pPr marL="0" marR="0" lvl="0" indent="0" algn="justLow" defTabSz="914400" rtl="1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4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☞DIODRUM ARABIC SEMIBOLD" pitchFamily="2" charset="-78"/>
                <a:cs typeface="☞DIODRUM ARABIC SEMIBOLD" pitchFamily="2" charset="-78"/>
              </a:rPr>
              <a:t>إعــداد دراسة بالبرامج المقدمة في الـ</a:t>
            </a:r>
            <a:r>
              <a:rPr kumimoji="0" lang="en-US" sz="14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☞DIODRUM ARABIC SEMIBOLD" pitchFamily="2" charset="-78"/>
                <a:cs typeface="☞DIODRUM ARABIC SEMIBOLD" pitchFamily="2" charset="-78"/>
              </a:rPr>
              <a:t>AI</a:t>
            </a:r>
            <a:r>
              <a:rPr kumimoji="0" lang="ar-SA" sz="14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☞DIODRUM ARABIC SEMIBOLD" pitchFamily="2" charset="-78"/>
                <a:cs typeface="☞DIODRUM ARABIC SEMIBOLD" pitchFamily="2" charset="-78"/>
              </a:rPr>
              <a:t> للقيادات </a:t>
            </a:r>
            <a:endParaRPr kumimoji="0" lang="en-US" sz="140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☞DIODRUM ARABIC SEMIBOLD" pitchFamily="2" charset="-78"/>
              <a:cs typeface="☞DIODRUM ARABIC SEMIBOLD" pitchFamily="2" charset="-78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1A5A07C-76B9-4301-B655-55E83B315081}"/>
              </a:ext>
            </a:extLst>
          </p:cNvPr>
          <p:cNvSpPr txBox="1"/>
          <p:nvPr/>
        </p:nvSpPr>
        <p:spPr>
          <a:xfrm>
            <a:off x="8750310" y="4862797"/>
            <a:ext cx="2657651" cy="5770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rtl="1"/>
            <a:r>
              <a:rPr lang="ar-SA" sz="1050" dirty="0">
                <a:solidFill>
                  <a:schemeClr val="accent5">
                    <a:lumMod val="50000"/>
                  </a:schemeClr>
                </a:solidFill>
                <a:latin typeface="+mn-lt"/>
                <a:cs typeface="DiodrumArabic-Bold"/>
              </a:rPr>
              <a:t>دراسة جاهزة تسلط الضوء على احتياجات القيادات في مجال الذكاء الاصطناعي وآفاق تطويرها </a:t>
            </a:r>
            <a:endParaRPr lang="en-US" sz="1050" dirty="0">
              <a:solidFill>
                <a:schemeClr val="accent5">
                  <a:lumMod val="50000"/>
                </a:schemeClr>
              </a:solidFill>
              <a:latin typeface="+mn-lt"/>
              <a:cs typeface="DiodrumArabic-Bold" panose="00000800000000000000" pitchFamily="2" charset="-78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B4C987D-84BC-4788-A65D-962DEBC4863B}"/>
              </a:ext>
            </a:extLst>
          </p:cNvPr>
          <p:cNvCxnSpPr>
            <a:cxnSpLocks/>
          </p:cNvCxnSpPr>
          <p:nvPr/>
        </p:nvCxnSpPr>
        <p:spPr>
          <a:xfrm flipV="1">
            <a:off x="8167803" y="2973450"/>
            <a:ext cx="0" cy="2955086"/>
          </a:xfrm>
          <a:prstGeom prst="line">
            <a:avLst/>
          </a:prstGeom>
          <a:ln w="15875" cap="flat" cmpd="sng" algn="ctr">
            <a:solidFill>
              <a:schemeClr val="accent4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69F89EF-4E1A-4C37-8AC2-AE1BE82E0AA5}"/>
              </a:ext>
            </a:extLst>
          </p:cNvPr>
          <p:cNvCxnSpPr>
            <a:cxnSpLocks/>
          </p:cNvCxnSpPr>
          <p:nvPr/>
        </p:nvCxnSpPr>
        <p:spPr>
          <a:xfrm flipV="1">
            <a:off x="4674582" y="2911807"/>
            <a:ext cx="0" cy="2955086"/>
          </a:xfrm>
          <a:prstGeom prst="line">
            <a:avLst/>
          </a:prstGeom>
          <a:ln w="15875" cap="flat" cmpd="sng" algn="ctr">
            <a:solidFill>
              <a:schemeClr val="accent4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E926C0F-0908-4CC4-9DDF-F5B3472330CA}"/>
              </a:ext>
            </a:extLst>
          </p:cNvPr>
          <p:cNvSpPr/>
          <p:nvPr/>
        </p:nvSpPr>
        <p:spPr>
          <a:xfrm>
            <a:off x="5133800" y="2715878"/>
            <a:ext cx="2657650" cy="2848591"/>
          </a:xfrm>
          <a:prstGeom prst="roundRect">
            <a:avLst>
              <a:gd name="adj" fmla="val 3781"/>
            </a:avLst>
          </a:prstGeom>
          <a:solidFill>
            <a:schemeClr val="accent4"/>
          </a:solidFill>
          <a:ln w="158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algn="justLow" rtl="1">
              <a:lnSpc>
                <a:spcPct val="150000"/>
              </a:lnSpc>
            </a:pPr>
            <a:endParaRPr lang="ar-SA" sz="1050">
              <a:solidFill>
                <a:schemeClr val="accent4"/>
              </a:solidFill>
              <a:latin typeface="☞DIODRUM ARABIC SEMIBOLD" panose="00000700000000000000" pitchFamily="2" charset="-78"/>
              <a:cs typeface="☞DIODRUM ARABIC SEMIBOLD" panose="00000700000000000000" pitchFamily="2" charset="-78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A86B924B-49AE-439D-AC27-8643CF1F0A18}"/>
              </a:ext>
            </a:extLst>
          </p:cNvPr>
          <p:cNvSpPr/>
          <p:nvPr/>
        </p:nvSpPr>
        <p:spPr>
          <a:xfrm>
            <a:off x="5133800" y="2757681"/>
            <a:ext cx="2657650" cy="2821295"/>
          </a:xfrm>
          <a:prstGeom prst="roundRect">
            <a:avLst>
              <a:gd name="adj" fmla="val 3781"/>
            </a:avLst>
          </a:prstGeom>
          <a:solidFill>
            <a:schemeClr val="bg1"/>
          </a:solidFill>
          <a:ln w="15875">
            <a:noFill/>
          </a:ln>
          <a:effectLst>
            <a:outerShdw blurRad="1905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algn="justLow" rtl="1">
              <a:lnSpc>
                <a:spcPct val="150000"/>
              </a:lnSpc>
            </a:pPr>
            <a:endParaRPr lang="ar-SA" sz="1050">
              <a:solidFill>
                <a:schemeClr val="accent4"/>
              </a:solidFill>
              <a:latin typeface="☞DIODRUM ARABIC SEMIBOLD" panose="00000700000000000000" pitchFamily="2" charset="-78"/>
              <a:cs typeface="☞DIODRUM ARABIC SEMIBOLD" panose="00000700000000000000" pitchFamily="2" charset="-78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CF78976-0721-4FC0-B2E5-E6F9E5B0F2CF}"/>
              </a:ext>
            </a:extLst>
          </p:cNvPr>
          <p:cNvSpPr txBox="1"/>
          <p:nvPr/>
        </p:nvSpPr>
        <p:spPr>
          <a:xfrm>
            <a:off x="5166584" y="3825106"/>
            <a:ext cx="2657651" cy="8002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rtl="1"/>
            <a:r>
              <a:rPr lang="ar-SA" sz="1100" dirty="0">
                <a:solidFill>
                  <a:schemeClr val="accent5">
                    <a:lumMod val="50000"/>
                  </a:schemeClr>
                </a:solidFill>
                <a:latin typeface="DiodrumArabic-Bold" panose="00000800000000000000" pitchFamily="2" charset="-78"/>
                <a:cs typeface="DiodrumArabic-Bold"/>
              </a:rPr>
              <a:t> تزويد الوزارة بعدد الـ</a:t>
            </a:r>
            <a:r>
              <a:rPr lang="en-US" sz="1100" dirty="0">
                <a:solidFill>
                  <a:schemeClr val="accent5">
                    <a:lumMod val="50000"/>
                  </a:schemeClr>
                </a:solidFill>
                <a:latin typeface="DiodrumArabic-Bold" panose="00000800000000000000" pitchFamily="2" charset="-78"/>
                <a:cs typeface="DiodrumArabic-Bold"/>
              </a:rPr>
              <a:t>CIO’s</a:t>
            </a:r>
            <a:r>
              <a:rPr lang="ar-SA" sz="1100" dirty="0">
                <a:solidFill>
                  <a:schemeClr val="accent5">
                    <a:lumMod val="50000"/>
                  </a:schemeClr>
                </a:solidFill>
                <a:latin typeface="DiodrumArabic-Bold" panose="00000800000000000000" pitchFamily="2" charset="-78"/>
                <a:cs typeface="DiodrumArabic-Bold"/>
              </a:rPr>
              <a:t> في القطاع الحكومي: </a:t>
            </a:r>
            <a:r>
              <a:rPr lang="en-US" sz="1100" dirty="0">
                <a:solidFill>
                  <a:schemeClr val="accent5">
                    <a:lumMod val="50000"/>
                  </a:schemeClr>
                </a:solidFill>
                <a:latin typeface="DiodrumArabic-Bold" panose="00000800000000000000" pitchFamily="2" charset="-78"/>
                <a:cs typeface="DiodrumArabic-Bold"/>
              </a:rPr>
              <a:t> </a:t>
            </a:r>
            <a:r>
              <a:rPr lang="ar-SA" sz="2400" dirty="0">
                <a:solidFill>
                  <a:schemeClr val="accent5">
                    <a:lumMod val="50000"/>
                  </a:schemeClr>
                </a:solidFill>
                <a:latin typeface="DiodrumArabic-Bold" panose="00000800000000000000" pitchFamily="2" charset="-78"/>
                <a:cs typeface="DiodrumArabic-Bold"/>
              </a:rPr>
              <a:t>350</a:t>
            </a:r>
            <a:br>
              <a:rPr lang="ar-SA" sz="1100" dirty="0">
                <a:solidFill>
                  <a:schemeClr val="accent5">
                    <a:lumMod val="50000"/>
                  </a:schemeClr>
                </a:solidFill>
                <a:latin typeface="DiodrumArabic-Bold" panose="00000800000000000000" pitchFamily="2" charset="-78"/>
                <a:cs typeface="DiodrumArabic-Bold"/>
              </a:rPr>
            </a:br>
            <a:endParaRPr lang="en-US" sz="1100" dirty="0">
              <a:solidFill>
                <a:schemeClr val="accent5">
                  <a:lumMod val="50000"/>
                </a:schemeClr>
              </a:solidFill>
              <a:latin typeface="DiodrumArabic-Bold" panose="00000800000000000000" pitchFamily="2" charset="-78"/>
              <a:cs typeface="DiodrumArabic-Bold"/>
            </a:endParaRPr>
          </a:p>
        </p:txBody>
      </p:sp>
      <p:sp>
        <p:nvSpPr>
          <p:cNvPr id="53" name="Text 61">
            <a:extLst>
              <a:ext uri="{FF2B5EF4-FFF2-40B4-BE49-F238E27FC236}">
                <a16:creationId xmlns:a16="http://schemas.microsoft.com/office/drawing/2014/main" id="{B71F9E45-3591-43C5-8342-90C934F19EC8}"/>
              </a:ext>
            </a:extLst>
          </p:cNvPr>
          <p:cNvSpPr/>
          <p:nvPr/>
        </p:nvSpPr>
        <p:spPr>
          <a:xfrm>
            <a:off x="4387462" y="2798851"/>
            <a:ext cx="3311028" cy="528374"/>
          </a:xfrm>
          <a:prstGeom prst="roundRect">
            <a:avLst>
              <a:gd name="adj" fmla="val 12133"/>
            </a:avLst>
          </a:prstGeom>
          <a:gradFill flip="none" rotWithShape="1">
            <a:gsLst>
              <a:gs pos="3000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0" scaled="1"/>
            <a:tileRect/>
          </a:gradFill>
          <a:ln/>
        </p:spPr>
        <p:txBody>
          <a:bodyPr wrap="square" lIns="914400" tIns="25400" rIns="91440" bIns="25400" rtlCol="0" anchor="ctr">
            <a:noAutofit/>
          </a:bodyPr>
          <a:lstStyle/>
          <a:p>
            <a:pPr marL="0" marR="0" lvl="0" indent="0" algn="justLow" defTabSz="914400" rtl="1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sz="1200" kern="1200" dirty="0">
                <a:solidFill>
                  <a:schemeClr val="bg1"/>
                </a:solidFill>
                <a:latin typeface="☞DIODRUM ARABIC SEMIBOLD" pitchFamily="2" charset="-78"/>
                <a:cs typeface="☞DIODRUM ARABIC SEMIBOLD" pitchFamily="2" charset="-78"/>
              </a:rPr>
              <a:t>توفير بيانات الـعاملين في مجال الاتصالات في القطاع الحكومي</a:t>
            </a:r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☞DIODRUM ARABIC SEMIBOLD" pitchFamily="2" charset="-78"/>
              <a:cs typeface="☞DIODRUM ARABIC SEMIBOLD" pitchFamily="2" charset="-78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B603C46-46ED-4C47-86B6-B47FF1B3DB43}"/>
              </a:ext>
            </a:extLst>
          </p:cNvPr>
          <p:cNvCxnSpPr>
            <a:cxnSpLocks/>
          </p:cNvCxnSpPr>
          <p:nvPr/>
        </p:nvCxnSpPr>
        <p:spPr>
          <a:xfrm flipV="1">
            <a:off x="4611225" y="2961466"/>
            <a:ext cx="0" cy="2955086"/>
          </a:xfrm>
          <a:prstGeom prst="line">
            <a:avLst/>
          </a:prstGeom>
          <a:ln w="15875" cap="flat" cmpd="sng" algn="ctr">
            <a:solidFill>
              <a:schemeClr val="accent4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361C9ED9-8098-4CB0-B92E-5FFBD7CEABD9}"/>
              </a:ext>
            </a:extLst>
          </p:cNvPr>
          <p:cNvSpPr/>
          <p:nvPr/>
        </p:nvSpPr>
        <p:spPr>
          <a:xfrm>
            <a:off x="1507020" y="2705604"/>
            <a:ext cx="2657650" cy="2848591"/>
          </a:xfrm>
          <a:prstGeom prst="roundRect">
            <a:avLst>
              <a:gd name="adj" fmla="val 3781"/>
            </a:avLst>
          </a:prstGeom>
          <a:solidFill>
            <a:schemeClr val="accent4"/>
          </a:solidFill>
          <a:ln w="158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algn="justLow" rtl="1">
              <a:lnSpc>
                <a:spcPct val="150000"/>
              </a:lnSpc>
            </a:pPr>
            <a:endParaRPr lang="ar-SA" sz="1050">
              <a:solidFill>
                <a:schemeClr val="accent4"/>
              </a:solidFill>
              <a:latin typeface="☞DIODRUM ARABIC SEMIBOLD" panose="00000700000000000000" pitchFamily="2" charset="-78"/>
              <a:cs typeface="☞DIODRUM ARABIC SEMIBOLD" panose="00000700000000000000" pitchFamily="2" charset="-78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114C19F-CAA7-4B6F-9501-FE9E39229009}"/>
              </a:ext>
            </a:extLst>
          </p:cNvPr>
          <p:cNvSpPr/>
          <p:nvPr/>
        </p:nvSpPr>
        <p:spPr>
          <a:xfrm>
            <a:off x="1507020" y="2747407"/>
            <a:ext cx="2657650" cy="2831569"/>
          </a:xfrm>
          <a:prstGeom prst="roundRect">
            <a:avLst>
              <a:gd name="adj" fmla="val 3781"/>
            </a:avLst>
          </a:prstGeom>
          <a:solidFill>
            <a:schemeClr val="bg1"/>
          </a:solidFill>
          <a:ln w="15875">
            <a:noFill/>
          </a:ln>
          <a:effectLst>
            <a:outerShdw blurRad="1905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algn="justLow" rtl="1">
              <a:lnSpc>
                <a:spcPct val="150000"/>
              </a:lnSpc>
            </a:pPr>
            <a:endParaRPr lang="ar-SA" sz="1050">
              <a:solidFill>
                <a:schemeClr val="accent4"/>
              </a:solidFill>
              <a:latin typeface="☞DIODRUM ARABIC SEMIBOLD" panose="00000700000000000000" pitchFamily="2" charset="-78"/>
              <a:cs typeface="☞DIODRUM ARABIC SEMIBOLD" panose="00000700000000000000" pitchFamily="2" charset="-78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D3C2DDD-C28E-4722-AC6C-6441CFD3CED6}"/>
              </a:ext>
            </a:extLst>
          </p:cNvPr>
          <p:cNvSpPr txBox="1"/>
          <p:nvPr/>
        </p:nvSpPr>
        <p:spPr>
          <a:xfrm>
            <a:off x="1517293" y="3506607"/>
            <a:ext cx="2657651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rtl="1"/>
            <a:r>
              <a:rPr lang="ar-SA" sz="1100" dirty="0">
                <a:solidFill>
                  <a:schemeClr val="accent5">
                    <a:lumMod val="50000"/>
                  </a:schemeClr>
                </a:solidFill>
                <a:latin typeface="+mn-lt"/>
                <a:cs typeface="DiodrumArabic-Bold"/>
              </a:rPr>
              <a:t>تم إرسال استبيان لحصر البرامج التدريبية في مجال الذكاء</a:t>
            </a:r>
            <a:r>
              <a:rPr lang="ar-SA" sz="1050" dirty="0"/>
              <a:t> </a:t>
            </a:r>
            <a:r>
              <a:rPr lang="ar-SA" sz="1100" dirty="0">
                <a:solidFill>
                  <a:schemeClr val="accent5">
                    <a:lumMod val="50000"/>
                  </a:schemeClr>
                </a:solidFill>
                <a:latin typeface="+mn-lt"/>
                <a:cs typeface="DiodrumArabic-Bold"/>
              </a:rPr>
              <a:t>الاصطناعي وأعداد المستفيدين منها.</a:t>
            </a:r>
            <a:endParaRPr lang="en-US" sz="1100" dirty="0">
              <a:solidFill>
                <a:schemeClr val="accent5">
                  <a:lumMod val="50000"/>
                </a:schemeClr>
              </a:solidFill>
              <a:latin typeface="DiodrumArabic-Bold" panose="00000800000000000000" pitchFamily="2" charset="-78"/>
              <a:cs typeface="DiodrumArabic-Bold" panose="00000800000000000000" pitchFamily="2" charset="-78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FE68CF3-0E9A-4637-8968-8F1A877E30FE}"/>
              </a:ext>
            </a:extLst>
          </p:cNvPr>
          <p:cNvSpPr txBox="1"/>
          <p:nvPr/>
        </p:nvSpPr>
        <p:spPr>
          <a:xfrm>
            <a:off x="3000433" y="4447074"/>
            <a:ext cx="1143673" cy="326243"/>
          </a:xfrm>
          <a:prstGeom prst="rect">
            <a:avLst/>
          </a:prstGeom>
          <a:solidFill>
            <a:schemeClr val="accent4">
              <a:alpha val="10000"/>
            </a:schemeClr>
          </a:solidFill>
        </p:spPr>
        <p:txBody>
          <a:bodyPr wrap="square">
            <a:spAutoFit/>
          </a:bodyPr>
          <a:lstStyle/>
          <a:p>
            <a:pPr marR="0" lvl="0" algn="ctr" defTabSz="914400" rtl="1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rgbClr val="1CC182"/>
              </a:buClr>
              <a:buSzTx/>
              <a:tabLst/>
              <a:defRPr/>
            </a:pPr>
            <a:r>
              <a:rPr lang="ar-SA" sz="1400" b="1" dirty="0">
                <a:solidFill>
                  <a:schemeClr val="accent4"/>
                </a:solidFill>
                <a:latin typeface="☞DIODRUM ARABIC MEDIUM" panose="00000600000000000000" pitchFamily="2" charset="-78"/>
                <a:cs typeface="+mj-cs"/>
              </a:rPr>
              <a:t>المخرج :</a:t>
            </a:r>
            <a:endParaRPr lang="ar-SA" sz="1400" b="1" dirty="0">
              <a:solidFill>
                <a:schemeClr val="accent4"/>
              </a:solidFill>
              <a:latin typeface="Arial" panose="020B0604020202020204" pitchFamily="34" charset="0"/>
              <a:cs typeface="+mj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B37D0935-17A9-452B-B392-2D929C0365CA}"/>
              </a:ext>
            </a:extLst>
          </p:cNvPr>
          <p:cNvSpPr/>
          <p:nvPr/>
        </p:nvSpPr>
        <p:spPr>
          <a:xfrm>
            <a:off x="800100" y="2788576"/>
            <a:ext cx="3271609" cy="509537"/>
          </a:xfrm>
          <a:prstGeom prst="roundRect">
            <a:avLst>
              <a:gd name="adj" fmla="val 12133"/>
            </a:avLst>
          </a:prstGeom>
          <a:gradFill flip="none" rotWithShape="1">
            <a:gsLst>
              <a:gs pos="3000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0" scaled="1"/>
            <a:tileRect/>
          </a:gradFill>
          <a:ln/>
        </p:spPr>
        <p:txBody>
          <a:bodyPr wrap="square" lIns="914400" tIns="25400" rIns="91440" bIns="25400" rtlCol="0" anchor="ctr">
            <a:noAutofit/>
          </a:bodyPr>
          <a:lstStyle/>
          <a:p>
            <a:pPr lvl="0" algn="justLow" rtl="1">
              <a:lnSpc>
                <a:spcPct val="120000"/>
              </a:lnSpc>
              <a:buClrTx/>
              <a:defRPr/>
            </a:pPr>
            <a:endParaRPr kumimoji="0" lang="en-US" sz="140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☞DIODRUM ARABIC SEMIBOLD" pitchFamily="2" charset="-78"/>
              <a:cs typeface="☞DIODRUM ARABIC SEMIBOLD" pitchFamily="2" charset="-78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577CCBA-FCDF-42BA-8E4C-311191418024}"/>
              </a:ext>
            </a:extLst>
          </p:cNvPr>
          <p:cNvSpPr txBox="1"/>
          <p:nvPr/>
        </p:nvSpPr>
        <p:spPr>
          <a:xfrm>
            <a:off x="1566952" y="4789169"/>
            <a:ext cx="2657651" cy="2539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rtl="1"/>
            <a:r>
              <a:rPr lang="ar-SA" sz="1050" dirty="0">
                <a:solidFill>
                  <a:schemeClr val="accent5">
                    <a:lumMod val="50000"/>
                  </a:schemeClr>
                </a:solidFill>
                <a:latin typeface="+mn-lt"/>
                <a:cs typeface="DiodrumArabic-Bold"/>
              </a:rPr>
              <a:t>لايوجد تفاعل</a:t>
            </a:r>
            <a:endParaRPr lang="en-US" sz="1050" dirty="0">
              <a:solidFill>
                <a:schemeClr val="accent5">
                  <a:lumMod val="50000"/>
                </a:schemeClr>
              </a:solidFill>
              <a:latin typeface="+mn-lt"/>
              <a:cs typeface="DiodrumArabic-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AEE3D8-38C7-443A-8D4B-4AFA377B5D61}"/>
              </a:ext>
            </a:extLst>
          </p:cNvPr>
          <p:cNvSpPr txBox="1"/>
          <p:nvPr/>
        </p:nvSpPr>
        <p:spPr>
          <a:xfrm>
            <a:off x="1866900" y="2794680"/>
            <a:ext cx="228597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000" b="1" kern="1200" dirty="0">
                <a:solidFill>
                  <a:schemeClr val="bg1"/>
                </a:solidFill>
                <a:latin typeface="☞DIODRUM ARABIC SEMIBOLD" pitchFamily="2" charset="-78"/>
                <a:cs typeface="☞DIODRUM ARABIC SEMIBOLD" pitchFamily="2" charset="-78"/>
              </a:rPr>
              <a:t>حصر برامج الذكاء الاصطناعي</a:t>
            </a:r>
            <a:br>
              <a:rPr lang="ar-SA" sz="1000" b="1" kern="1200" dirty="0">
                <a:solidFill>
                  <a:schemeClr val="bg1"/>
                </a:solidFill>
                <a:latin typeface="☞DIODRUM ARABIC SEMIBOLD" pitchFamily="2" charset="-78"/>
                <a:cs typeface="☞DIODRUM ARABIC SEMIBOLD" pitchFamily="2" charset="-78"/>
              </a:rPr>
            </a:br>
            <a:r>
              <a:rPr lang="ar-SA" sz="1000" b="1" kern="1200" dirty="0">
                <a:solidFill>
                  <a:schemeClr val="bg1"/>
                </a:solidFill>
                <a:latin typeface="☞DIODRUM ARABIC SEMIBOLD" pitchFamily="2" charset="-78"/>
                <a:cs typeface="☞DIODRUM ARABIC SEMIBOLD" pitchFamily="2" charset="-78"/>
              </a:rPr>
              <a:t> والمستفيدين منها في القطاع الحكومي </a:t>
            </a:r>
            <a:endParaRPr kumimoji="0" lang="en-US" sz="10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☞DIODRUM ARABIC SEMIBOLD" pitchFamily="2" charset="-78"/>
              <a:cs typeface="☞DIODRUM ARABIC SEMIBOLD" pitchFamily="2" charset="-78"/>
            </a:endParaRPr>
          </a:p>
          <a:p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3403DE-7B4F-4E47-9EA2-9D96B1061EE2}"/>
              </a:ext>
            </a:extLst>
          </p:cNvPr>
          <p:cNvSpPr txBox="1"/>
          <p:nvPr/>
        </p:nvSpPr>
        <p:spPr>
          <a:xfrm>
            <a:off x="3846137" y="1357460"/>
            <a:ext cx="70795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1400" dirty="0">
                <a:solidFill>
                  <a:schemeClr val="bg1"/>
                </a:solidFill>
                <a:cs typeface="+mj-cs"/>
              </a:rPr>
              <a:t>ضمن مبادرة الذكاء الاصطناعي المشتركة مع وزارة الاتصالات، يعمل برنامج قدراتك على عدد من المتطلبات بهدف تمكين القيادات الحكومية ورفع جاهزيتها في مجال الذكاء الاصطناعي.</a:t>
            </a:r>
            <a:endParaRPr lang="en-US" sz="1800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39" name="Title 35">
            <a:extLst>
              <a:ext uri="{FF2B5EF4-FFF2-40B4-BE49-F238E27FC236}">
                <a16:creationId xmlns:a16="http://schemas.microsoft.com/office/drawing/2014/main" id="{80667082-1844-4CBF-92E9-906972CBB400}"/>
              </a:ext>
            </a:extLst>
          </p:cNvPr>
          <p:cNvSpPr txBox="1">
            <a:spLocks/>
          </p:cNvSpPr>
          <p:nvPr/>
        </p:nvSpPr>
        <p:spPr>
          <a:xfrm>
            <a:off x="639778" y="220142"/>
            <a:ext cx="10515600" cy="60318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r" defTabSz="914332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4"/>
                </a:solidFill>
                <a:latin typeface="DiodrumArabic-Bold" panose="00000800000000000000" pitchFamily="2" charset="-78"/>
                <a:ea typeface="+mj-ea"/>
                <a:cs typeface="DiodrumArabic-Bold" panose="00000800000000000000" pitchFamily="2" charset="-78"/>
              </a:defRPr>
            </a:lvl1pPr>
          </a:lstStyle>
          <a:p>
            <a:pPr>
              <a:buClrTx/>
              <a:buFontTx/>
            </a:pPr>
            <a:r>
              <a:rPr lang="ar-SA" dirty="0">
                <a:solidFill>
                  <a:schemeClr val="accent2">
                    <a:lumMod val="75000"/>
                  </a:schemeClr>
                </a:solidFill>
              </a:rPr>
              <a:t>2.1</a:t>
            </a:r>
            <a:r>
              <a:rPr lang="ar-SA" dirty="0"/>
              <a:t> أعمال مبادرة الذكاء الإصطناعي مع وزارة الاتصالات </a:t>
            </a:r>
            <a:endParaRPr lang="en-US" dirty="0"/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126AE97B-624A-4E4F-BABE-E7263F2CD501}"/>
              </a:ext>
            </a:extLst>
          </p:cNvPr>
          <p:cNvSpPr/>
          <p:nvPr/>
        </p:nvSpPr>
        <p:spPr>
          <a:xfrm>
            <a:off x="10844037" y="2184183"/>
            <a:ext cx="1056003" cy="238501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45720" tIns="0" rIns="45720" bIns="0" rtlCol="0" anchor="ctr"/>
          <a:lstStyle/>
          <a:p>
            <a:pPr algn="ctr" rtl="1"/>
            <a:r>
              <a:rPr lang="ar-SA" sz="1050" dirty="0">
                <a:solidFill>
                  <a:schemeClr val="accent2">
                    <a:lumMod val="75000"/>
                  </a:schemeClr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المتطلبات </a:t>
            </a:r>
            <a:endParaRPr lang="ar-SA" sz="1050" dirty="0">
              <a:solidFill>
                <a:schemeClr val="accent2">
                  <a:lumMod val="75000"/>
                </a:schemeClr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28903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021ADDF-8E2C-45B8-BF02-B7B1F89E2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224" y="455907"/>
            <a:ext cx="6975460" cy="522501"/>
          </a:xfrm>
        </p:spPr>
        <p:txBody>
          <a:bodyPr/>
          <a:lstStyle/>
          <a:p>
            <a:r>
              <a:rPr lang="ar-SA" sz="2000" dirty="0">
                <a:solidFill>
                  <a:schemeClr val="accent2">
                    <a:lumMod val="75000"/>
                  </a:schemeClr>
                </a:solidFill>
              </a:rPr>
              <a:t>الجهود والمبادرات القائمة 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7" name="s1-num-badge">
            <a:extLst>
              <a:ext uri="{FF2B5EF4-FFF2-40B4-BE49-F238E27FC236}">
                <a16:creationId xmlns:a16="http://schemas.microsoft.com/office/drawing/2014/main" id="{CD5DA493-5272-42FA-8365-A3966CC354D1}"/>
              </a:ext>
            </a:extLst>
          </p:cNvPr>
          <p:cNvSpPr/>
          <p:nvPr/>
        </p:nvSpPr>
        <p:spPr>
          <a:xfrm>
            <a:off x="10058400" y="398757"/>
            <a:ext cx="714462" cy="643659"/>
          </a:xfrm>
          <a:prstGeom prst="roundRect">
            <a:avLst>
              <a:gd name="adj" fmla="val 28599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2700000" scaled="1"/>
          </a:gradFill>
          <a:ln>
            <a:noFill/>
          </a:ln>
          <a:effectLst>
            <a:outerShdw blurRad="57150" dist="19050" dir="5400000" rotWithShape="0">
              <a:srgbClr val="24135F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128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odrumArabic-Regular"/>
              <a:ea typeface="+mn-ea"/>
              <a:cs typeface="DiodrumArabic-Regular"/>
              <a:sym typeface="Arial"/>
            </a:endParaRPr>
          </a:p>
        </p:txBody>
      </p:sp>
      <p:sp>
        <p:nvSpPr>
          <p:cNvPr id="78" name="s1-num">
            <a:extLst>
              <a:ext uri="{FF2B5EF4-FFF2-40B4-BE49-F238E27FC236}">
                <a16:creationId xmlns:a16="http://schemas.microsoft.com/office/drawing/2014/main" id="{9D3DF26F-E9FA-4C13-87DC-40C0A14A2F2C}"/>
              </a:ext>
            </a:extLst>
          </p:cNvPr>
          <p:cNvSpPr txBox="1"/>
          <p:nvPr/>
        </p:nvSpPr>
        <p:spPr>
          <a:xfrm>
            <a:off x="10114961" y="493235"/>
            <a:ext cx="499891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8128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ar-SA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odrumArabic-Bold"/>
                <a:ea typeface="DiodrumArabic-Bold"/>
                <a:cs typeface="DiodrumArabic-Bold"/>
                <a:sym typeface="Arial"/>
              </a:rPr>
              <a:t>02</a:t>
            </a:r>
            <a:endParaRPr kumimoji="0" lang="en-US" sz="1932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odrumArabic-Bold"/>
              <a:ea typeface="DiodrumArabic-Bold"/>
              <a:cs typeface="DiodrumArabic-Bold"/>
              <a:sym typeface="Arial"/>
            </a:endParaRPr>
          </a:p>
        </p:txBody>
      </p:sp>
      <p:sp>
        <p:nvSpPr>
          <p:cNvPr id="79" name="Title 12">
            <a:extLst>
              <a:ext uri="{FF2B5EF4-FFF2-40B4-BE49-F238E27FC236}">
                <a16:creationId xmlns:a16="http://schemas.microsoft.com/office/drawing/2014/main" id="{ADD2FCDD-A898-4E2E-84D7-0170DB3FFE6B}"/>
              </a:ext>
            </a:extLst>
          </p:cNvPr>
          <p:cNvSpPr txBox="1">
            <a:spLocks/>
          </p:cNvSpPr>
          <p:nvPr/>
        </p:nvSpPr>
        <p:spPr>
          <a:xfrm>
            <a:off x="288758" y="3142737"/>
            <a:ext cx="11293642" cy="1089529"/>
          </a:xfrm>
          <a:prstGeom prst="rect">
            <a:avLst/>
          </a:prstGeom>
        </p:spPr>
        <p:txBody>
          <a:bodyPr vert="horz" wrap="square" lIns="0" tIns="45720" rIns="0" bIns="45720" rtlCol="0" anchor="t">
            <a:spAutoFit/>
          </a:bodyPr>
          <a:lstStyle>
            <a:lvl1pPr algn="r" defTabSz="914332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4"/>
                </a:solidFill>
                <a:latin typeface="DiodrumArabic-Bold" panose="00000800000000000000" pitchFamily="2" charset="-78"/>
                <a:ea typeface="+mj-ea"/>
                <a:cs typeface="DiodrumArabic-Bold" panose="00000800000000000000" pitchFamily="2" charset="-78"/>
              </a:defRPr>
            </a:lvl1pPr>
          </a:lstStyle>
          <a:p>
            <a:pPr marL="0" marR="0" lvl="0" indent="0" algn="r" defTabSz="914332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3600" b="0" i="0" u="none" strike="noStrike" kern="1200" cap="none" spc="0" normalizeH="0" baseline="0" noProof="0" dirty="0">
                <a:ln>
                  <a:noFill/>
                </a:ln>
                <a:solidFill>
                  <a:srgbClr val="2A206A"/>
                </a:solidFill>
                <a:effectLst/>
                <a:uLnTx/>
                <a:uFillTx/>
                <a:latin typeface="DiodrumArabic-Bold" panose="00000800000000000000" pitchFamily="2" charset="-78"/>
                <a:ea typeface="+mj-ea"/>
                <a:cs typeface="DiodrumArabic-Bold" panose="00000800000000000000" pitchFamily="2" charset="-78"/>
                <a:sym typeface="Arial"/>
              </a:rPr>
              <a:t>2.2</a:t>
            </a:r>
            <a:r>
              <a:rPr lang="ar-SA" sz="3600" dirty="0">
                <a:solidFill>
                  <a:srgbClr val="2A206A"/>
                </a:solidFill>
              </a:rPr>
              <a:t>مبادرة تعزيز استفادة الجهات الحكومية من خدمات الإدارة العامه </a:t>
            </a:r>
          </a:p>
        </p:txBody>
      </p:sp>
      <p:sp>
        <p:nvSpPr>
          <p:cNvPr id="80" name="Slide Number Placeholder 1">
            <a:extLst>
              <a:ext uri="{FF2B5EF4-FFF2-40B4-BE49-F238E27FC236}">
                <a16:creationId xmlns:a16="http://schemas.microsoft.com/office/drawing/2014/main" id="{62A52D15-03C4-4D9B-AB50-612D2A833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7420" y="6498731"/>
            <a:ext cx="467734" cy="20679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79EF615-E246-4FA6-9E75-123AAEB83405}" type="slidenum">
              <a:rPr kumimoji="0" lang="en-PH" sz="900" b="0" i="0" u="none" strike="noStrike" kern="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DiodrumArabic-Semibold"/>
                <a:cs typeface="Arial"/>
                <a:sym typeface="Arial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</a:t>
            </a:fld>
            <a:endParaRPr kumimoji="0" lang="en-PH" sz="9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DiodrumArabic-Semibold"/>
              <a:cs typeface="Arial"/>
              <a:sym typeface="Arial"/>
            </a:endParaRPr>
          </a:p>
        </p:txBody>
      </p:sp>
      <p:sp>
        <p:nvSpPr>
          <p:cNvPr id="12" name="SecloreFooter">
            <a:extLst>
              <a:ext uri="{FF2B5EF4-FFF2-40B4-BE49-F238E27FC236}">
                <a16:creationId xmlns:a16="http://schemas.microsoft.com/office/drawing/2014/main" id="{3256E98C-32DF-42DD-9307-7E10BBFC890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0C23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Restricted - </a:t>
            </a:r>
            <a:r>
              <a:rPr kumimoji="0" lang="ar-SA" sz="1200" b="0" i="0" u="none" strike="noStrike" kern="0" cap="none" spc="0" normalizeH="0" baseline="0" noProof="0">
                <a:ln>
                  <a:noFill/>
                </a:ln>
                <a:solidFill>
                  <a:srgbClr val="F0C23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مقيد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0C231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68798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9061F-EB94-3729-CBB7-08F3AF2F2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DE73A26-121F-DCEB-12E8-3E2FAACCB03A}"/>
              </a:ext>
            </a:extLst>
          </p:cNvPr>
          <p:cNvCxnSpPr>
            <a:cxnSpLocks/>
          </p:cNvCxnSpPr>
          <p:nvPr/>
        </p:nvCxnSpPr>
        <p:spPr>
          <a:xfrm flipH="1">
            <a:off x="379851" y="938642"/>
            <a:ext cx="11448955" cy="0"/>
          </a:xfrm>
          <a:prstGeom prst="line">
            <a:avLst/>
          </a:prstGeom>
          <a:ln w="28575">
            <a:gradFill flip="none" rotWithShape="1">
              <a:gsLst>
                <a:gs pos="100000">
                  <a:schemeClr val="accent2"/>
                </a:gs>
                <a:gs pos="0">
                  <a:schemeClr val="accent3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524D06-7089-421F-BEDD-AAEC18DA1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EF615-E246-4FA6-9E75-123AAEB83405}" type="slidenum">
              <a:rPr lang="en-PH" smtClean="0"/>
              <a:pPr/>
              <a:t>12</a:t>
            </a:fld>
            <a:endParaRPr lang="en-PH" dirty="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74BE6068-53EB-417A-8D53-0AC4E7A68F50}"/>
              </a:ext>
            </a:extLst>
          </p:cNvPr>
          <p:cNvSpPr/>
          <p:nvPr/>
        </p:nvSpPr>
        <p:spPr>
          <a:xfrm>
            <a:off x="882316" y="1185168"/>
            <a:ext cx="11053009" cy="547379"/>
          </a:xfrm>
          <a:prstGeom prst="roundRect">
            <a:avLst/>
          </a:prstGeom>
          <a:gradFill>
            <a:gsLst>
              <a:gs pos="0">
                <a:srgbClr val="1D164B"/>
              </a:gs>
              <a:gs pos="90000">
                <a:srgbClr val="3B2D8A"/>
              </a:gs>
            </a:gsLst>
            <a:lin ang="2700000" scaled="1"/>
          </a:gradFill>
          <a:ln w="12700">
            <a:noFill/>
          </a:ln>
          <a:effectLst>
            <a:outerShdw blurRad="190500" algn="tl" rotWithShape="0">
              <a:prstClr val="black">
                <a:alpha val="15000"/>
              </a:prstClr>
            </a:outerShdw>
          </a:effectLst>
        </p:spPr>
        <p:txBody>
          <a:bodyPr wrap="square" tIns="0" rIns="640080" bIns="45720" anchor="ctr">
            <a:noAutofit/>
          </a:bodyPr>
          <a:lstStyle/>
          <a:p>
            <a:pPr algn="r" rtl="1">
              <a:lnSpc>
                <a:spcPct val="120000"/>
              </a:lnSpc>
            </a:pPr>
            <a:r>
              <a:rPr lang="ar-SA" sz="1200" dirty="0">
                <a:solidFill>
                  <a:schemeClr val="bg1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 مبادرة تستهدف الجهات ذات النتائج المتدنية في القياس والاستفادة المحدودة من خدمات الإدارة العامة، لفهم احتياجاتها وتعزيز استفادتها من خدمات المهارات الرقمية والدراسات والاستشارات.</a:t>
            </a:r>
          </a:p>
        </p:txBody>
      </p:sp>
      <p:sp>
        <p:nvSpPr>
          <p:cNvPr id="44" name="Text 61">
            <a:extLst>
              <a:ext uri="{FF2B5EF4-FFF2-40B4-BE49-F238E27FC236}">
                <a16:creationId xmlns:a16="http://schemas.microsoft.com/office/drawing/2014/main" id="{931887A4-3132-4B57-ABAC-5AFDC4999D73}"/>
              </a:ext>
            </a:extLst>
          </p:cNvPr>
          <p:cNvSpPr/>
          <p:nvPr/>
        </p:nvSpPr>
        <p:spPr>
          <a:xfrm>
            <a:off x="5410874" y="1855987"/>
            <a:ext cx="6451457" cy="449521"/>
          </a:xfrm>
          <a:prstGeom prst="roundRect">
            <a:avLst>
              <a:gd name="adj" fmla="val 12133"/>
            </a:avLst>
          </a:prstGeom>
          <a:gradFill flip="none" rotWithShape="1">
            <a:gsLst>
              <a:gs pos="3000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0" scaled="1"/>
            <a:tileRect/>
          </a:gradFill>
          <a:ln/>
        </p:spPr>
        <p:txBody>
          <a:bodyPr wrap="square" lIns="914400" tIns="25400" rIns="91440" bIns="25400" rtlCol="0" anchor="ctr">
            <a:noAutofit/>
          </a:bodyPr>
          <a:lstStyle/>
          <a:p>
            <a:pPr marL="0" marR="0" lvl="0" indent="0" algn="justLow" defTabSz="914400" rtl="1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6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☞DIODRUM ARABIC SEMIBOLD" pitchFamily="2" charset="-78"/>
                <a:cs typeface="☞DIODRUM ARABIC SEMIBOLD" pitchFamily="2" charset="-78"/>
              </a:rPr>
              <a:t>مراحــل المبــادرة :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☞DIODRUM ARABIC SEMIBOLD" pitchFamily="2" charset="-78"/>
              <a:cs typeface="☞DIODRUM ARABIC SEMIBOLD" pitchFamily="2" charset="-78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FE68CF3-0E9A-4637-8968-8F1A877E30FE}"/>
              </a:ext>
            </a:extLst>
          </p:cNvPr>
          <p:cNvSpPr txBox="1"/>
          <p:nvPr/>
        </p:nvSpPr>
        <p:spPr>
          <a:xfrm>
            <a:off x="6481018" y="3206424"/>
            <a:ext cx="2548216" cy="326436"/>
          </a:xfrm>
          <a:prstGeom prst="rect">
            <a:avLst/>
          </a:prstGeom>
          <a:solidFill>
            <a:schemeClr val="accent4">
              <a:alpha val="10000"/>
            </a:schemeClr>
          </a:solidFill>
        </p:spPr>
        <p:txBody>
          <a:bodyPr wrap="square">
            <a:spAutoFit/>
          </a:bodyPr>
          <a:lstStyle/>
          <a:p>
            <a:pPr algn="ctr" rtl="1">
              <a:lnSpc>
                <a:spcPct val="120000"/>
              </a:lnSpc>
              <a:spcAft>
                <a:spcPts val="1200"/>
              </a:spcAft>
              <a:buClr>
                <a:srgbClr val="1CC182"/>
              </a:buClr>
              <a:defRPr/>
            </a:pPr>
            <a:r>
              <a:rPr lang="ar-SA" sz="1400" b="1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المرحلة الحالية </a:t>
            </a:r>
            <a:endParaRPr lang="ar-SA" sz="1400" b="1" dirty="0">
              <a:solidFill>
                <a:schemeClr val="accent4"/>
              </a:solidFill>
              <a:latin typeface="Arial" panose="020B0604020202020204" pitchFamily="34" charset="0"/>
              <a:cs typeface="+mj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480EBB3-7BFD-4A85-9D57-4314F97D661B}"/>
              </a:ext>
            </a:extLst>
          </p:cNvPr>
          <p:cNvSpPr txBox="1"/>
          <p:nvPr/>
        </p:nvSpPr>
        <p:spPr>
          <a:xfrm>
            <a:off x="10260609" y="2449141"/>
            <a:ext cx="1366790" cy="395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alpha val="10000"/>
              </a:schemeClr>
            </a:solidFill>
          </a:ln>
        </p:spPr>
        <p:txBody>
          <a:bodyPr wrap="square" lIns="0" rIns="0" bIns="91440" anchor="ctr">
            <a:noAutofit/>
          </a:bodyPr>
          <a:lstStyle/>
          <a:p>
            <a:pPr algn="ctr" rtl="1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20000"/>
            </a:pPr>
            <a:r>
              <a:rPr lang="ar-SA" sz="1000" b="1" dirty="0">
                <a:solidFill>
                  <a:schemeClr val="accent4">
                    <a:alpha val="50000"/>
                  </a:schemeClr>
                </a:solidFill>
                <a:latin typeface="SST Arabic" panose="020B0504030504020204" pitchFamily="34" charset="-78"/>
                <a:cs typeface="+mn-cs"/>
              </a:rPr>
              <a:t>تحديد الجهات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876EA35-DF1F-48D3-8238-A55B0336574E}"/>
              </a:ext>
            </a:extLst>
          </p:cNvPr>
          <p:cNvSpPr txBox="1"/>
          <p:nvPr/>
        </p:nvSpPr>
        <p:spPr>
          <a:xfrm>
            <a:off x="8908414" y="2449141"/>
            <a:ext cx="1366790" cy="395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alpha val="10000"/>
              </a:schemeClr>
            </a:solidFill>
          </a:ln>
        </p:spPr>
        <p:txBody>
          <a:bodyPr wrap="square" lIns="0" rIns="0" bIns="91440" anchor="ctr">
            <a:noAutofit/>
          </a:bodyPr>
          <a:lstStyle/>
          <a:p>
            <a:pPr algn="ctr" rtl="1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20000"/>
            </a:pPr>
            <a:r>
              <a:rPr lang="ar-SA" sz="1000" b="1" dirty="0">
                <a:solidFill>
                  <a:schemeClr val="accent4">
                    <a:alpha val="50000"/>
                  </a:schemeClr>
                </a:solidFill>
                <a:latin typeface="SST Arabic" panose="020B0504030504020204" pitchFamily="34" charset="-78"/>
                <a:cs typeface="+mn-cs"/>
              </a:rPr>
              <a:t>التواصل الهاتفي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7F053E2-0F03-4415-AB6B-55C6F53B218D}"/>
              </a:ext>
            </a:extLst>
          </p:cNvPr>
          <p:cNvSpPr txBox="1"/>
          <p:nvPr/>
        </p:nvSpPr>
        <p:spPr>
          <a:xfrm>
            <a:off x="7478839" y="2449142"/>
            <a:ext cx="1561948" cy="38068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alpha val="10000"/>
              </a:schemeClr>
            </a:solidFill>
          </a:ln>
        </p:spPr>
        <p:txBody>
          <a:bodyPr wrap="square" lIns="0" rIns="0" bIns="91440" anchor="ctr">
            <a:noAutofit/>
          </a:bodyPr>
          <a:lstStyle/>
          <a:p>
            <a:pPr algn="ctr" rtl="1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20000"/>
            </a:pPr>
            <a:r>
              <a:rPr lang="ar-SA" sz="900" b="1" dirty="0">
                <a:solidFill>
                  <a:schemeClr val="accent4">
                    <a:alpha val="50000"/>
                  </a:schemeClr>
                </a:solidFill>
                <a:latin typeface="SST Arabic" panose="020B0504030504020204" pitchFamily="34" charset="-78"/>
                <a:cs typeface="+mn-cs"/>
              </a:rPr>
              <a:t>بريد التعريف بالمبادرة 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85DBE0C-9A00-4FF6-9EB1-3588CE954985}"/>
              </a:ext>
            </a:extLst>
          </p:cNvPr>
          <p:cNvGrpSpPr/>
          <p:nvPr/>
        </p:nvGrpSpPr>
        <p:grpSpPr>
          <a:xfrm>
            <a:off x="11492238" y="2491340"/>
            <a:ext cx="225798" cy="260522"/>
            <a:chOff x="10569459" y="6853771"/>
            <a:chExt cx="219950" cy="219304"/>
          </a:xfrm>
        </p:grpSpPr>
        <p:sp>
          <p:nvSpPr>
            <p:cNvPr id="78" name="Google Shape;817;p27">
              <a:extLst>
                <a:ext uri="{FF2B5EF4-FFF2-40B4-BE49-F238E27FC236}">
                  <a16:creationId xmlns:a16="http://schemas.microsoft.com/office/drawing/2014/main" id="{4F14FC17-71B9-4A60-9F03-8CAD16C1C894}"/>
                </a:ext>
              </a:extLst>
            </p:cNvPr>
            <p:cNvSpPr/>
            <p:nvPr/>
          </p:nvSpPr>
          <p:spPr>
            <a:xfrm>
              <a:off x="10569459" y="6853771"/>
              <a:ext cx="219950" cy="219304"/>
            </a:xfrm>
            <a:custGeom>
              <a:avLst/>
              <a:gdLst/>
              <a:ahLst/>
              <a:cxnLst/>
              <a:rect l="l" t="t" r="r" b="b"/>
              <a:pathLst>
                <a:path w="4437" h="4424" extrusionOk="0">
                  <a:moveTo>
                    <a:pt x="2219" y="1"/>
                  </a:moveTo>
                  <a:cubicBezTo>
                    <a:pt x="991" y="1"/>
                    <a:pt x="1" y="991"/>
                    <a:pt x="1" y="2205"/>
                  </a:cubicBezTo>
                  <a:cubicBezTo>
                    <a:pt x="1" y="3433"/>
                    <a:pt x="991" y="4423"/>
                    <a:pt x="2219" y="4423"/>
                  </a:cubicBezTo>
                  <a:cubicBezTo>
                    <a:pt x="3433" y="4423"/>
                    <a:pt x="4437" y="3433"/>
                    <a:pt x="4437" y="2205"/>
                  </a:cubicBezTo>
                  <a:cubicBezTo>
                    <a:pt x="4437" y="991"/>
                    <a:pt x="3433" y="1"/>
                    <a:pt x="22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000" dirty="0"/>
            </a:p>
          </p:txBody>
        </p:sp>
        <p:sp>
          <p:nvSpPr>
            <p:cNvPr id="79" name="Google Shape;818;p27">
              <a:extLst>
                <a:ext uri="{FF2B5EF4-FFF2-40B4-BE49-F238E27FC236}">
                  <a16:creationId xmlns:a16="http://schemas.microsoft.com/office/drawing/2014/main" id="{7C98A195-FA30-4906-8663-A4001AC37CFA}"/>
                </a:ext>
              </a:extLst>
            </p:cNvPr>
            <p:cNvSpPr/>
            <p:nvPr/>
          </p:nvSpPr>
          <p:spPr>
            <a:xfrm>
              <a:off x="10620514" y="6904054"/>
              <a:ext cx="117834" cy="117832"/>
            </a:xfrm>
            <a:custGeom>
              <a:avLst/>
              <a:gdLst/>
              <a:ahLst/>
              <a:cxnLst/>
              <a:rect l="l" t="t" r="r" b="b"/>
              <a:pathLst>
                <a:path w="2377" h="2377" extrusionOk="0">
                  <a:moveTo>
                    <a:pt x="2377" y="1188"/>
                  </a:moveTo>
                  <a:cubicBezTo>
                    <a:pt x="2377" y="1848"/>
                    <a:pt x="1849" y="2376"/>
                    <a:pt x="1189" y="2376"/>
                  </a:cubicBezTo>
                  <a:cubicBezTo>
                    <a:pt x="529" y="2376"/>
                    <a:pt x="1" y="1848"/>
                    <a:pt x="1" y="1188"/>
                  </a:cubicBezTo>
                  <a:cubicBezTo>
                    <a:pt x="1" y="528"/>
                    <a:pt x="529" y="0"/>
                    <a:pt x="1189" y="0"/>
                  </a:cubicBezTo>
                  <a:cubicBezTo>
                    <a:pt x="1849" y="0"/>
                    <a:pt x="2377" y="528"/>
                    <a:pt x="2377" y="11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000" dirty="0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D07D74E2-CDB9-4B4E-84E8-66B9CA674A0F}"/>
              </a:ext>
            </a:extLst>
          </p:cNvPr>
          <p:cNvGrpSpPr/>
          <p:nvPr/>
        </p:nvGrpSpPr>
        <p:grpSpPr>
          <a:xfrm>
            <a:off x="10140043" y="2491340"/>
            <a:ext cx="225798" cy="260522"/>
            <a:chOff x="10569459" y="6853771"/>
            <a:chExt cx="219950" cy="219304"/>
          </a:xfrm>
        </p:grpSpPr>
        <p:sp>
          <p:nvSpPr>
            <p:cNvPr id="81" name="Google Shape;817;p27">
              <a:extLst>
                <a:ext uri="{FF2B5EF4-FFF2-40B4-BE49-F238E27FC236}">
                  <a16:creationId xmlns:a16="http://schemas.microsoft.com/office/drawing/2014/main" id="{7BED487D-D60D-489C-BC71-6116D991ED2B}"/>
                </a:ext>
              </a:extLst>
            </p:cNvPr>
            <p:cNvSpPr/>
            <p:nvPr/>
          </p:nvSpPr>
          <p:spPr>
            <a:xfrm>
              <a:off x="10569459" y="6853771"/>
              <a:ext cx="219950" cy="219304"/>
            </a:xfrm>
            <a:custGeom>
              <a:avLst/>
              <a:gdLst/>
              <a:ahLst/>
              <a:cxnLst/>
              <a:rect l="l" t="t" r="r" b="b"/>
              <a:pathLst>
                <a:path w="4437" h="4424" extrusionOk="0">
                  <a:moveTo>
                    <a:pt x="2219" y="1"/>
                  </a:moveTo>
                  <a:cubicBezTo>
                    <a:pt x="991" y="1"/>
                    <a:pt x="1" y="991"/>
                    <a:pt x="1" y="2205"/>
                  </a:cubicBezTo>
                  <a:cubicBezTo>
                    <a:pt x="1" y="3433"/>
                    <a:pt x="991" y="4423"/>
                    <a:pt x="2219" y="4423"/>
                  </a:cubicBezTo>
                  <a:cubicBezTo>
                    <a:pt x="3433" y="4423"/>
                    <a:pt x="4437" y="3433"/>
                    <a:pt x="4437" y="2205"/>
                  </a:cubicBezTo>
                  <a:cubicBezTo>
                    <a:pt x="4437" y="991"/>
                    <a:pt x="3433" y="1"/>
                    <a:pt x="22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000" dirty="0"/>
            </a:p>
          </p:txBody>
        </p:sp>
        <p:sp>
          <p:nvSpPr>
            <p:cNvPr id="82" name="Google Shape;818;p27">
              <a:extLst>
                <a:ext uri="{FF2B5EF4-FFF2-40B4-BE49-F238E27FC236}">
                  <a16:creationId xmlns:a16="http://schemas.microsoft.com/office/drawing/2014/main" id="{961FBE51-698D-4422-B788-87D36FB63C07}"/>
                </a:ext>
              </a:extLst>
            </p:cNvPr>
            <p:cNvSpPr/>
            <p:nvPr/>
          </p:nvSpPr>
          <p:spPr>
            <a:xfrm>
              <a:off x="10620514" y="6904054"/>
              <a:ext cx="117834" cy="117832"/>
            </a:xfrm>
            <a:custGeom>
              <a:avLst/>
              <a:gdLst/>
              <a:ahLst/>
              <a:cxnLst/>
              <a:rect l="l" t="t" r="r" b="b"/>
              <a:pathLst>
                <a:path w="2377" h="2377" extrusionOk="0">
                  <a:moveTo>
                    <a:pt x="2377" y="1188"/>
                  </a:moveTo>
                  <a:cubicBezTo>
                    <a:pt x="2377" y="1848"/>
                    <a:pt x="1849" y="2376"/>
                    <a:pt x="1189" y="2376"/>
                  </a:cubicBezTo>
                  <a:cubicBezTo>
                    <a:pt x="529" y="2376"/>
                    <a:pt x="1" y="1848"/>
                    <a:pt x="1" y="1188"/>
                  </a:cubicBezTo>
                  <a:cubicBezTo>
                    <a:pt x="1" y="528"/>
                    <a:pt x="529" y="0"/>
                    <a:pt x="1189" y="0"/>
                  </a:cubicBezTo>
                  <a:cubicBezTo>
                    <a:pt x="1849" y="0"/>
                    <a:pt x="2377" y="528"/>
                    <a:pt x="2377" y="11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000" dirty="0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0EFECBF7-DD37-4620-9941-EA4C6B54D740}"/>
              </a:ext>
            </a:extLst>
          </p:cNvPr>
          <p:cNvGrpSpPr/>
          <p:nvPr/>
        </p:nvGrpSpPr>
        <p:grpSpPr>
          <a:xfrm>
            <a:off x="8847876" y="2490166"/>
            <a:ext cx="225798" cy="260522"/>
            <a:chOff x="10569459" y="6853771"/>
            <a:chExt cx="219950" cy="219304"/>
          </a:xfrm>
        </p:grpSpPr>
        <p:sp>
          <p:nvSpPr>
            <p:cNvPr id="84" name="Google Shape;817;p27">
              <a:extLst>
                <a:ext uri="{FF2B5EF4-FFF2-40B4-BE49-F238E27FC236}">
                  <a16:creationId xmlns:a16="http://schemas.microsoft.com/office/drawing/2014/main" id="{341A3E09-8435-4CD5-8B5A-31B479859AEA}"/>
                </a:ext>
              </a:extLst>
            </p:cNvPr>
            <p:cNvSpPr/>
            <p:nvPr/>
          </p:nvSpPr>
          <p:spPr>
            <a:xfrm>
              <a:off x="10569459" y="6853771"/>
              <a:ext cx="219950" cy="219304"/>
            </a:xfrm>
            <a:custGeom>
              <a:avLst/>
              <a:gdLst/>
              <a:ahLst/>
              <a:cxnLst/>
              <a:rect l="l" t="t" r="r" b="b"/>
              <a:pathLst>
                <a:path w="4437" h="4424" extrusionOk="0">
                  <a:moveTo>
                    <a:pt x="2219" y="1"/>
                  </a:moveTo>
                  <a:cubicBezTo>
                    <a:pt x="991" y="1"/>
                    <a:pt x="1" y="991"/>
                    <a:pt x="1" y="2205"/>
                  </a:cubicBezTo>
                  <a:cubicBezTo>
                    <a:pt x="1" y="3433"/>
                    <a:pt x="991" y="4423"/>
                    <a:pt x="2219" y="4423"/>
                  </a:cubicBezTo>
                  <a:cubicBezTo>
                    <a:pt x="3433" y="4423"/>
                    <a:pt x="4437" y="3433"/>
                    <a:pt x="4437" y="2205"/>
                  </a:cubicBezTo>
                  <a:cubicBezTo>
                    <a:pt x="4437" y="991"/>
                    <a:pt x="3433" y="1"/>
                    <a:pt x="22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000" dirty="0"/>
            </a:p>
          </p:txBody>
        </p:sp>
        <p:sp>
          <p:nvSpPr>
            <p:cNvPr id="85" name="Google Shape;818;p27">
              <a:extLst>
                <a:ext uri="{FF2B5EF4-FFF2-40B4-BE49-F238E27FC236}">
                  <a16:creationId xmlns:a16="http://schemas.microsoft.com/office/drawing/2014/main" id="{BD97FF89-A571-49E6-9B5F-2BCB6E5382B0}"/>
                </a:ext>
              </a:extLst>
            </p:cNvPr>
            <p:cNvSpPr/>
            <p:nvPr/>
          </p:nvSpPr>
          <p:spPr>
            <a:xfrm>
              <a:off x="10620514" y="6904054"/>
              <a:ext cx="117834" cy="117832"/>
            </a:xfrm>
            <a:custGeom>
              <a:avLst/>
              <a:gdLst/>
              <a:ahLst/>
              <a:cxnLst/>
              <a:rect l="l" t="t" r="r" b="b"/>
              <a:pathLst>
                <a:path w="2377" h="2377" extrusionOk="0">
                  <a:moveTo>
                    <a:pt x="2377" y="1188"/>
                  </a:moveTo>
                  <a:cubicBezTo>
                    <a:pt x="2377" y="1848"/>
                    <a:pt x="1849" y="2376"/>
                    <a:pt x="1189" y="2376"/>
                  </a:cubicBezTo>
                  <a:cubicBezTo>
                    <a:pt x="529" y="2376"/>
                    <a:pt x="1" y="1848"/>
                    <a:pt x="1" y="1188"/>
                  </a:cubicBezTo>
                  <a:cubicBezTo>
                    <a:pt x="1" y="528"/>
                    <a:pt x="529" y="0"/>
                    <a:pt x="1189" y="0"/>
                  </a:cubicBezTo>
                  <a:cubicBezTo>
                    <a:pt x="1849" y="0"/>
                    <a:pt x="2377" y="528"/>
                    <a:pt x="2377" y="11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000" dirty="0"/>
            </a:p>
          </p:txBody>
        </p:sp>
      </p:grpSp>
      <p:sp>
        <p:nvSpPr>
          <p:cNvPr id="39" name="Title 35">
            <a:extLst>
              <a:ext uri="{FF2B5EF4-FFF2-40B4-BE49-F238E27FC236}">
                <a16:creationId xmlns:a16="http://schemas.microsoft.com/office/drawing/2014/main" id="{C0053E06-78A0-402E-9554-534AC0EA73AB}"/>
              </a:ext>
            </a:extLst>
          </p:cNvPr>
          <p:cNvSpPr txBox="1">
            <a:spLocks/>
          </p:cNvSpPr>
          <p:nvPr/>
        </p:nvSpPr>
        <p:spPr>
          <a:xfrm>
            <a:off x="639778" y="220142"/>
            <a:ext cx="10515600" cy="60318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r" defTabSz="914332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4"/>
                </a:solidFill>
                <a:latin typeface="DiodrumArabic-Bold" panose="00000800000000000000" pitchFamily="2" charset="-78"/>
                <a:ea typeface="+mj-ea"/>
                <a:cs typeface="DiodrumArabic-Bold" panose="00000800000000000000" pitchFamily="2" charset="-78"/>
              </a:defRPr>
            </a:lvl1pPr>
          </a:lstStyle>
          <a:p>
            <a:pPr>
              <a:buClrTx/>
              <a:buFontTx/>
            </a:pPr>
            <a:r>
              <a:rPr lang="ar-SA" dirty="0">
                <a:solidFill>
                  <a:schemeClr val="accent2">
                    <a:lumMod val="75000"/>
                  </a:schemeClr>
                </a:solidFill>
              </a:rPr>
              <a:t>2.2</a:t>
            </a:r>
            <a:r>
              <a:rPr lang="ar-SA" dirty="0"/>
              <a:t> مبادرة تعزيز استفادة الجهات الحكومية من خدمات الإدارة العامه :</a:t>
            </a:r>
            <a:endParaRPr lang="en-US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104A0C5-6F58-4DC0-AC6A-B813DF0F5F77}"/>
              </a:ext>
            </a:extLst>
          </p:cNvPr>
          <p:cNvSpPr/>
          <p:nvPr/>
        </p:nvSpPr>
        <p:spPr>
          <a:xfrm>
            <a:off x="6437042" y="3571791"/>
            <a:ext cx="2657650" cy="2848591"/>
          </a:xfrm>
          <a:prstGeom prst="roundRect">
            <a:avLst>
              <a:gd name="adj" fmla="val 3781"/>
            </a:avLst>
          </a:prstGeom>
          <a:solidFill>
            <a:schemeClr val="accent4"/>
          </a:solidFill>
          <a:ln w="158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algn="justLow" rtl="1">
              <a:lnSpc>
                <a:spcPct val="150000"/>
              </a:lnSpc>
            </a:pPr>
            <a:endParaRPr lang="ar-SA" sz="1050">
              <a:solidFill>
                <a:schemeClr val="accent4"/>
              </a:solidFill>
              <a:latin typeface="☞DIODRUM ARABIC SEMIBOLD" panose="00000700000000000000" pitchFamily="2" charset="-78"/>
              <a:cs typeface="☞DIODRUM ARABIC SEMIBOLD" panose="00000700000000000000" pitchFamily="2" charset="-78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5C6690F-17A4-4945-A6BF-E199B8CC09E8}"/>
              </a:ext>
            </a:extLst>
          </p:cNvPr>
          <p:cNvSpPr/>
          <p:nvPr/>
        </p:nvSpPr>
        <p:spPr>
          <a:xfrm>
            <a:off x="6340790" y="3683530"/>
            <a:ext cx="2657650" cy="2765395"/>
          </a:xfrm>
          <a:prstGeom prst="roundRect">
            <a:avLst>
              <a:gd name="adj" fmla="val 3781"/>
            </a:avLst>
          </a:prstGeom>
          <a:solidFill>
            <a:schemeClr val="bg1"/>
          </a:solidFill>
          <a:ln w="15875">
            <a:noFill/>
          </a:ln>
          <a:effectLst>
            <a:outerShdw blurRad="1905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algn="justLow" rtl="1">
              <a:lnSpc>
                <a:spcPct val="150000"/>
              </a:lnSpc>
            </a:pPr>
            <a:endParaRPr lang="ar-SA" sz="1050">
              <a:solidFill>
                <a:schemeClr val="accent4"/>
              </a:solidFill>
              <a:latin typeface="☞DIODRUM ARABIC SEMIBOLD" panose="00000700000000000000" pitchFamily="2" charset="-78"/>
              <a:cs typeface="☞DIODRUM ARABIC SEMIBOLD" panose="00000700000000000000" pitchFamily="2" charset="-78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6D3721-FA33-49A8-B867-6F6D48B51501}"/>
              </a:ext>
            </a:extLst>
          </p:cNvPr>
          <p:cNvSpPr txBox="1"/>
          <p:nvPr/>
        </p:nvSpPr>
        <p:spPr>
          <a:xfrm>
            <a:off x="9368594" y="3913992"/>
            <a:ext cx="1850719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rtl="1"/>
            <a:r>
              <a:rPr lang="ar-SA" sz="4800" dirty="0">
                <a:solidFill>
                  <a:schemeClr val="accent5">
                    <a:lumMod val="50000"/>
                  </a:schemeClr>
                </a:solidFill>
                <a:latin typeface="DiodrumArabic-Bold" panose="00000800000000000000" pitchFamily="2" charset="-78"/>
                <a:cs typeface="DiodrumArabic-Bold"/>
              </a:rPr>
              <a:t>7</a:t>
            </a:r>
            <a:r>
              <a:rPr lang="ar-SA" sz="1600" dirty="0">
                <a:solidFill>
                  <a:schemeClr val="accent5">
                    <a:lumMod val="50000"/>
                  </a:schemeClr>
                </a:solidFill>
                <a:latin typeface="DiodrumArabic-Bold" panose="00000800000000000000" pitchFamily="2" charset="-78"/>
                <a:cs typeface="DiodrumArabic-Bold"/>
              </a:rPr>
              <a:t> جهات مستهدفه متدنية في مستوى قياس </a:t>
            </a:r>
            <a:endParaRPr lang="en-US" sz="1600" dirty="0">
              <a:solidFill>
                <a:schemeClr val="accent5">
                  <a:lumMod val="50000"/>
                </a:schemeClr>
              </a:solidFill>
              <a:latin typeface="DiodrumArabic-Bold" panose="00000800000000000000" pitchFamily="2" charset="-78"/>
              <a:cs typeface="DiodrumArabic-Bold" panose="00000800000000000000" pitchFamily="2" charset="-78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A153CA0-67E6-4FEC-8CFF-978B49DF61CB}"/>
              </a:ext>
            </a:extLst>
          </p:cNvPr>
          <p:cNvSpPr txBox="1"/>
          <p:nvPr/>
        </p:nvSpPr>
        <p:spPr>
          <a:xfrm>
            <a:off x="6795446" y="4005493"/>
            <a:ext cx="1712106" cy="292837"/>
          </a:xfrm>
          <a:prstGeom prst="rect">
            <a:avLst/>
          </a:prstGeom>
          <a:solidFill>
            <a:schemeClr val="accent4">
              <a:alpha val="10000"/>
            </a:schemeClr>
          </a:solidFill>
        </p:spPr>
        <p:txBody>
          <a:bodyPr wrap="square">
            <a:spAutoFit/>
          </a:bodyPr>
          <a:lstStyle/>
          <a:p>
            <a:pPr marR="0" lvl="0" algn="ctr" defTabSz="914400" rtl="1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rgbClr val="1CC182"/>
              </a:buClr>
              <a:buSzTx/>
              <a:tabLst/>
              <a:defRPr/>
            </a:pPr>
            <a:r>
              <a:rPr lang="ar-SA" sz="1200" b="1" dirty="0">
                <a:solidFill>
                  <a:schemeClr val="accent4"/>
                </a:solidFill>
                <a:latin typeface="☞DIODRUM ARABIC MEDIUM" panose="00000600000000000000" pitchFamily="2" charset="-78"/>
                <a:cs typeface="+mj-cs"/>
              </a:rPr>
              <a:t>تم بدء العمل مع : </a:t>
            </a:r>
            <a:endParaRPr lang="ar-SA" sz="1200" b="1" dirty="0">
              <a:solidFill>
                <a:schemeClr val="accent4"/>
              </a:solidFill>
              <a:latin typeface="Arial" panose="020B0604020202020204" pitchFamily="34" charset="0"/>
              <a:cs typeface="+mj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C1CCE5C-54B2-4D76-A589-7FFD9C7E0DC2}"/>
              </a:ext>
            </a:extLst>
          </p:cNvPr>
          <p:cNvSpPr txBox="1"/>
          <p:nvPr/>
        </p:nvSpPr>
        <p:spPr>
          <a:xfrm>
            <a:off x="6333345" y="4410530"/>
            <a:ext cx="2657651" cy="4154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rtl="1"/>
            <a:r>
              <a:rPr lang="ar-SA" sz="1050" dirty="0">
                <a:solidFill>
                  <a:schemeClr val="accent5">
                    <a:lumMod val="50000"/>
                  </a:schemeClr>
                </a:solidFill>
                <a:latin typeface="+mn-lt"/>
                <a:cs typeface="DiodrumArabic-Bold"/>
              </a:rPr>
              <a:t>- جامعة الطائف </a:t>
            </a:r>
            <a:br>
              <a:rPr lang="ar-SA" sz="1050" dirty="0">
                <a:solidFill>
                  <a:schemeClr val="accent5">
                    <a:lumMod val="50000"/>
                  </a:schemeClr>
                </a:solidFill>
                <a:latin typeface="+mn-lt"/>
                <a:cs typeface="DiodrumArabic-Bold"/>
              </a:rPr>
            </a:br>
            <a:r>
              <a:rPr lang="ar-SA" sz="1050" dirty="0">
                <a:solidFill>
                  <a:schemeClr val="accent5">
                    <a:lumMod val="50000"/>
                  </a:schemeClr>
                </a:solidFill>
                <a:latin typeface="+mn-lt"/>
                <a:cs typeface="DiodrumArabic-Bold"/>
              </a:rPr>
              <a:t>- أمانة الحدود الشمالية </a:t>
            </a:r>
            <a:endParaRPr lang="en-US" sz="1050" dirty="0">
              <a:solidFill>
                <a:schemeClr val="accent5">
                  <a:lumMod val="50000"/>
                </a:schemeClr>
              </a:solidFill>
              <a:latin typeface="+mn-lt"/>
              <a:cs typeface="DiodrumArabic-Bold" panose="00000800000000000000" pitchFamily="2" charset="-78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61B736A-2883-45A7-BF12-8651127D51B9}"/>
              </a:ext>
            </a:extLst>
          </p:cNvPr>
          <p:cNvSpPr txBox="1"/>
          <p:nvPr/>
        </p:nvSpPr>
        <p:spPr>
          <a:xfrm>
            <a:off x="6245263" y="2457162"/>
            <a:ext cx="1366790" cy="395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alpha val="10000"/>
              </a:schemeClr>
            </a:solidFill>
          </a:ln>
        </p:spPr>
        <p:txBody>
          <a:bodyPr wrap="square" lIns="0" rIns="0" bIns="91440" anchor="ctr">
            <a:noAutofit/>
          </a:bodyPr>
          <a:lstStyle/>
          <a:p>
            <a:pPr algn="ctr" rtl="1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20000"/>
            </a:pPr>
            <a:r>
              <a:rPr lang="ar-SA" sz="1000" b="1" dirty="0">
                <a:solidFill>
                  <a:schemeClr val="accent4">
                    <a:alpha val="50000"/>
                  </a:schemeClr>
                </a:solidFill>
                <a:latin typeface="SST Arabic" panose="020B0504030504020204" pitchFamily="34" charset="-78"/>
                <a:cs typeface="+mn-cs"/>
              </a:rPr>
              <a:t>تحديد الإجتماع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3B0CD2E-E010-4888-B1DE-5C00DACA5A18}"/>
              </a:ext>
            </a:extLst>
          </p:cNvPr>
          <p:cNvSpPr txBox="1"/>
          <p:nvPr/>
        </p:nvSpPr>
        <p:spPr>
          <a:xfrm>
            <a:off x="4852812" y="2457162"/>
            <a:ext cx="1407046" cy="391918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alpha val="10000"/>
              </a:schemeClr>
            </a:solidFill>
          </a:ln>
        </p:spPr>
        <p:txBody>
          <a:bodyPr wrap="square" lIns="0" rIns="0" bIns="91440" anchor="ctr">
            <a:noAutofit/>
          </a:bodyPr>
          <a:lstStyle/>
          <a:p>
            <a:pPr algn="ctr" rtl="1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20000"/>
            </a:pPr>
            <a:r>
              <a:rPr lang="ar-SA" sz="900" b="1" dirty="0">
                <a:solidFill>
                  <a:schemeClr val="accent4">
                    <a:alpha val="50000"/>
                  </a:schemeClr>
                </a:solidFill>
                <a:latin typeface="SST Arabic" panose="020B0504030504020204" pitchFamily="34" charset="-78"/>
                <a:cs typeface="+mn-cs"/>
              </a:rPr>
              <a:t>الإجتماع التشخيصي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66F60A6-88AB-444B-BB96-9EF5A10ACC2E}"/>
              </a:ext>
            </a:extLst>
          </p:cNvPr>
          <p:cNvSpPr txBox="1"/>
          <p:nvPr/>
        </p:nvSpPr>
        <p:spPr>
          <a:xfrm>
            <a:off x="3600901" y="2457162"/>
            <a:ext cx="1366790" cy="395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alpha val="10000"/>
              </a:schemeClr>
            </a:solidFill>
          </a:ln>
        </p:spPr>
        <p:txBody>
          <a:bodyPr wrap="square" lIns="0" rIns="0" bIns="91440" anchor="ctr">
            <a:noAutofit/>
          </a:bodyPr>
          <a:lstStyle/>
          <a:p>
            <a:pPr algn="ctr" rtl="1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20000"/>
            </a:pPr>
            <a:r>
              <a:rPr lang="ar-SA" sz="900" b="1" dirty="0">
                <a:solidFill>
                  <a:schemeClr val="accent4">
                    <a:alpha val="50000"/>
                  </a:schemeClr>
                </a:solidFill>
                <a:latin typeface="SST Arabic" panose="020B0504030504020204" pitchFamily="34" charset="-78"/>
                <a:cs typeface="+mn-cs"/>
              </a:rPr>
              <a:t>تحليل الإجابات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B8FE3DB-0EF5-4E1D-BAD2-BA3450B8A69C}"/>
              </a:ext>
            </a:extLst>
          </p:cNvPr>
          <p:cNvGrpSpPr/>
          <p:nvPr/>
        </p:nvGrpSpPr>
        <p:grpSpPr>
          <a:xfrm>
            <a:off x="7476892" y="2499361"/>
            <a:ext cx="225798" cy="260522"/>
            <a:chOff x="10569459" y="6853771"/>
            <a:chExt cx="219950" cy="219304"/>
          </a:xfrm>
        </p:grpSpPr>
        <p:sp>
          <p:nvSpPr>
            <p:cNvPr id="72" name="Google Shape;817;p27">
              <a:extLst>
                <a:ext uri="{FF2B5EF4-FFF2-40B4-BE49-F238E27FC236}">
                  <a16:creationId xmlns:a16="http://schemas.microsoft.com/office/drawing/2014/main" id="{79B1ADEA-4F65-4397-AD9E-07FA0F181304}"/>
                </a:ext>
              </a:extLst>
            </p:cNvPr>
            <p:cNvSpPr/>
            <p:nvPr/>
          </p:nvSpPr>
          <p:spPr>
            <a:xfrm>
              <a:off x="10569459" y="6853771"/>
              <a:ext cx="219950" cy="219304"/>
            </a:xfrm>
            <a:custGeom>
              <a:avLst/>
              <a:gdLst/>
              <a:ahLst/>
              <a:cxnLst/>
              <a:rect l="l" t="t" r="r" b="b"/>
              <a:pathLst>
                <a:path w="4437" h="4424" extrusionOk="0">
                  <a:moveTo>
                    <a:pt x="2219" y="1"/>
                  </a:moveTo>
                  <a:cubicBezTo>
                    <a:pt x="991" y="1"/>
                    <a:pt x="1" y="991"/>
                    <a:pt x="1" y="2205"/>
                  </a:cubicBezTo>
                  <a:cubicBezTo>
                    <a:pt x="1" y="3433"/>
                    <a:pt x="991" y="4423"/>
                    <a:pt x="2219" y="4423"/>
                  </a:cubicBezTo>
                  <a:cubicBezTo>
                    <a:pt x="3433" y="4423"/>
                    <a:pt x="4437" y="3433"/>
                    <a:pt x="4437" y="2205"/>
                  </a:cubicBezTo>
                  <a:cubicBezTo>
                    <a:pt x="4437" y="991"/>
                    <a:pt x="3433" y="1"/>
                    <a:pt x="22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000" dirty="0"/>
            </a:p>
          </p:txBody>
        </p:sp>
        <p:sp>
          <p:nvSpPr>
            <p:cNvPr id="76" name="Google Shape;818;p27">
              <a:extLst>
                <a:ext uri="{FF2B5EF4-FFF2-40B4-BE49-F238E27FC236}">
                  <a16:creationId xmlns:a16="http://schemas.microsoft.com/office/drawing/2014/main" id="{277343EB-8A71-4747-A62F-E2EB1D0ECE9D}"/>
                </a:ext>
              </a:extLst>
            </p:cNvPr>
            <p:cNvSpPr/>
            <p:nvPr/>
          </p:nvSpPr>
          <p:spPr>
            <a:xfrm>
              <a:off x="10620514" y="6904054"/>
              <a:ext cx="117834" cy="117832"/>
            </a:xfrm>
            <a:custGeom>
              <a:avLst/>
              <a:gdLst/>
              <a:ahLst/>
              <a:cxnLst/>
              <a:rect l="l" t="t" r="r" b="b"/>
              <a:pathLst>
                <a:path w="2377" h="2377" extrusionOk="0">
                  <a:moveTo>
                    <a:pt x="2377" y="1188"/>
                  </a:moveTo>
                  <a:cubicBezTo>
                    <a:pt x="2377" y="1848"/>
                    <a:pt x="1849" y="2376"/>
                    <a:pt x="1189" y="2376"/>
                  </a:cubicBezTo>
                  <a:cubicBezTo>
                    <a:pt x="529" y="2376"/>
                    <a:pt x="1" y="1848"/>
                    <a:pt x="1" y="1188"/>
                  </a:cubicBezTo>
                  <a:cubicBezTo>
                    <a:pt x="1" y="528"/>
                    <a:pt x="529" y="0"/>
                    <a:pt x="1189" y="0"/>
                  </a:cubicBezTo>
                  <a:cubicBezTo>
                    <a:pt x="1849" y="0"/>
                    <a:pt x="2377" y="528"/>
                    <a:pt x="2377" y="11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000" dirty="0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F8D855E-532E-479E-B2A9-616D86062593}"/>
              </a:ext>
            </a:extLst>
          </p:cNvPr>
          <p:cNvGrpSpPr/>
          <p:nvPr/>
        </p:nvGrpSpPr>
        <p:grpSpPr>
          <a:xfrm>
            <a:off x="6124697" y="2499361"/>
            <a:ext cx="225798" cy="260522"/>
            <a:chOff x="10569459" y="6853771"/>
            <a:chExt cx="219950" cy="219304"/>
          </a:xfrm>
        </p:grpSpPr>
        <p:sp>
          <p:nvSpPr>
            <p:cNvPr id="87" name="Google Shape;817;p27">
              <a:extLst>
                <a:ext uri="{FF2B5EF4-FFF2-40B4-BE49-F238E27FC236}">
                  <a16:creationId xmlns:a16="http://schemas.microsoft.com/office/drawing/2014/main" id="{07F300D0-2306-4856-A06C-DE02D079803C}"/>
                </a:ext>
              </a:extLst>
            </p:cNvPr>
            <p:cNvSpPr/>
            <p:nvPr/>
          </p:nvSpPr>
          <p:spPr>
            <a:xfrm>
              <a:off x="10569459" y="6853771"/>
              <a:ext cx="219950" cy="219304"/>
            </a:xfrm>
            <a:custGeom>
              <a:avLst/>
              <a:gdLst/>
              <a:ahLst/>
              <a:cxnLst/>
              <a:rect l="l" t="t" r="r" b="b"/>
              <a:pathLst>
                <a:path w="4437" h="4424" extrusionOk="0">
                  <a:moveTo>
                    <a:pt x="2219" y="1"/>
                  </a:moveTo>
                  <a:cubicBezTo>
                    <a:pt x="991" y="1"/>
                    <a:pt x="1" y="991"/>
                    <a:pt x="1" y="2205"/>
                  </a:cubicBezTo>
                  <a:cubicBezTo>
                    <a:pt x="1" y="3433"/>
                    <a:pt x="991" y="4423"/>
                    <a:pt x="2219" y="4423"/>
                  </a:cubicBezTo>
                  <a:cubicBezTo>
                    <a:pt x="3433" y="4423"/>
                    <a:pt x="4437" y="3433"/>
                    <a:pt x="4437" y="2205"/>
                  </a:cubicBezTo>
                  <a:cubicBezTo>
                    <a:pt x="4437" y="991"/>
                    <a:pt x="3433" y="1"/>
                    <a:pt x="22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000" dirty="0"/>
            </a:p>
          </p:txBody>
        </p:sp>
        <p:sp>
          <p:nvSpPr>
            <p:cNvPr id="88" name="Google Shape;818;p27">
              <a:extLst>
                <a:ext uri="{FF2B5EF4-FFF2-40B4-BE49-F238E27FC236}">
                  <a16:creationId xmlns:a16="http://schemas.microsoft.com/office/drawing/2014/main" id="{B7DCC067-2F19-4FA2-8C3C-570A074104EF}"/>
                </a:ext>
              </a:extLst>
            </p:cNvPr>
            <p:cNvSpPr/>
            <p:nvPr/>
          </p:nvSpPr>
          <p:spPr>
            <a:xfrm>
              <a:off x="10620514" y="6904054"/>
              <a:ext cx="117834" cy="117832"/>
            </a:xfrm>
            <a:custGeom>
              <a:avLst/>
              <a:gdLst/>
              <a:ahLst/>
              <a:cxnLst/>
              <a:rect l="l" t="t" r="r" b="b"/>
              <a:pathLst>
                <a:path w="2377" h="2377" extrusionOk="0">
                  <a:moveTo>
                    <a:pt x="2377" y="1188"/>
                  </a:moveTo>
                  <a:cubicBezTo>
                    <a:pt x="2377" y="1848"/>
                    <a:pt x="1849" y="2376"/>
                    <a:pt x="1189" y="2376"/>
                  </a:cubicBezTo>
                  <a:cubicBezTo>
                    <a:pt x="529" y="2376"/>
                    <a:pt x="1" y="1848"/>
                    <a:pt x="1" y="1188"/>
                  </a:cubicBezTo>
                  <a:cubicBezTo>
                    <a:pt x="1" y="528"/>
                    <a:pt x="529" y="0"/>
                    <a:pt x="1189" y="0"/>
                  </a:cubicBezTo>
                  <a:cubicBezTo>
                    <a:pt x="1849" y="0"/>
                    <a:pt x="2377" y="528"/>
                    <a:pt x="2377" y="11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000" dirty="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07AA9A2B-2B0F-484D-9273-9971CD815C8B}"/>
              </a:ext>
            </a:extLst>
          </p:cNvPr>
          <p:cNvGrpSpPr/>
          <p:nvPr/>
        </p:nvGrpSpPr>
        <p:grpSpPr>
          <a:xfrm>
            <a:off x="4832530" y="2498187"/>
            <a:ext cx="225798" cy="260522"/>
            <a:chOff x="10569459" y="6853771"/>
            <a:chExt cx="219950" cy="219304"/>
          </a:xfrm>
        </p:grpSpPr>
        <p:sp>
          <p:nvSpPr>
            <p:cNvPr id="90" name="Google Shape;817;p27">
              <a:extLst>
                <a:ext uri="{FF2B5EF4-FFF2-40B4-BE49-F238E27FC236}">
                  <a16:creationId xmlns:a16="http://schemas.microsoft.com/office/drawing/2014/main" id="{3EEE670E-A00C-4884-8734-2FC2F4CFA74D}"/>
                </a:ext>
              </a:extLst>
            </p:cNvPr>
            <p:cNvSpPr/>
            <p:nvPr/>
          </p:nvSpPr>
          <p:spPr>
            <a:xfrm>
              <a:off x="10569459" y="6853771"/>
              <a:ext cx="219950" cy="219304"/>
            </a:xfrm>
            <a:custGeom>
              <a:avLst/>
              <a:gdLst/>
              <a:ahLst/>
              <a:cxnLst/>
              <a:rect l="l" t="t" r="r" b="b"/>
              <a:pathLst>
                <a:path w="4437" h="4424" extrusionOk="0">
                  <a:moveTo>
                    <a:pt x="2219" y="1"/>
                  </a:moveTo>
                  <a:cubicBezTo>
                    <a:pt x="991" y="1"/>
                    <a:pt x="1" y="991"/>
                    <a:pt x="1" y="2205"/>
                  </a:cubicBezTo>
                  <a:cubicBezTo>
                    <a:pt x="1" y="3433"/>
                    <a:pt x="991" y="4423"/>
                    <a:pt x="2219" y="4423"/>
                  </a:cubicBezTo>
                  <a:cubicBezTo>
                    <a:pt x="3433" y="4423"/>
                    <a:pt x="4437" y="3433"/>
                    <a:pt x="4437" y="2205"/>
                  </a:cubicBezTo>
                  <a:cubicBezTo>
                    <a:pt x="4437" y="991"/>
                    <a:pt x="3433" y="1"/>
                    <a:pt x="22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000" dirty="0"/>
            </a:p>
          </p:txBody>
        </p:sp>
        <p:sp>
          <p:nvSpPr>
            <p:cNvPr id="92" name="Google Shape;818;p27">
              <a:extLst>
                <a:ext uri="{FF2B5EF4-FFF2-40B4-BE49-F238E27FC236}">
                  <a16:creationId xmlns:a16="http://schemas.microsoft.com/office/drawing/2014/main" id="{7362CE66-0A80-4DFC-B9F4-E62F45FA76D1}"/>
                </a:ext>
              </a:extLst>
            </p:cNvPr>
            <p:cNvSpPr/>
            <p:nvPr/>
          </p:nvSpPr>
          <p:spPr>
            <a:xfrm>
              <a:off x="10620514" y="6904054"/>
              <a:ext cx="117834" cy="117832"/>
            </a:xfrm>
            <a:custGeom>
              <a:avLst/>
              <a:gdLst/>
              <a:ahLst/>
              <a:cxnLst/>
              <a:rect l="l" t="t" r="r" b="b"/>
              <a:pathLst>
                <a:path w="2377" h="2377" extrusionOk="0">
                  <a:moveTo>
                    <a:pt x="2377" y="1188"/>
                  </a:moveTo>
                  <a:cubicBezTo>
                    <a:pt x="2377" y="1848"/>
                    <a:pt x="1849" y="2376"/>
                    <a:pt x="1189" y="2376"/>
                  </a:cubicBezTo>
                  <a:cubicBezTo>
                    <a:pt x="529" y="2376"/>
                    <a:pt x="1" y="1848"/>
                    <a:pt x="1" y="1188"/>
                  </a:cubicBezTo>
                  <a:cubicBezTo>
                    <a:pt x="1" y="528"/>
                    <a:pt x="529" y="0"/>
                    <a:pt x="1189" y="0"/>
                  </a:cubicBezTo>
                  <a:cubicBezTo>
                    <a:pt x="1849" y="0"/>
                    <a:pt x="2377" y="528"/>
                    <a:pt x="2377" y="11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000" dirty="0"/>
            </a:p>
          </p:txBody>
        </p: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F1F7297A-8EB6-4FAF-912F-6482C053C020}"/>
              </a:ext>
            </a:extLst>
          </p:cNvPr>
          <p:cNvSpPr txBox="1"/>
          <p:nvPr/>
        </p:nvSpPr>
        <p:spPr>
          <a:xfrm>
            <a:off x="2133128" y="2437912"/>
            <a:ext cx="1580674" cy="42617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alpha val="10000"/>
              </a:schemeClr>
            </a:solidFill>
          </a:ln>
        </p:spPr>
        <p:txBody>
          <a:bodyPr wrap="square" lIns="0" rIns="0" bIns="91440" anchor="ctr">
            <a:noAutofit/>
          </a:bodyPr>
          <a:lstStyle/>
          <a:p>
            <a:pPr algn="ctr" rtl="1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20000"/>
            </a:pPr>
            <a:r>
              <a:rPr lang="ar-SA" sz="900" b="1" dirty="0">
                <a:solidFill>
                  <a:schemeClr val="accent4">
                    <a:alpha val="50000"/>
                  </a:schemeClr>
                </a:solidFill>
                <a:latin typeface="SST Arabic" panose="020B0504030504020204" pitchFamily="34" charset="-78"/>
                <a:cs typeface="+mn-cs"/>
              </a:rPr>
              <a:t>مناقشة الحل المقترح 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99FBD67-3DC9-405A-A43A-01AE2F81AC12}"/>
              </a:ext>
            </a:extLst>
          </p:cNvPr>
          <p:cNvSpPr txBox="1"/>
          <p:nvPr/>
        </p:nvSpPr>
        <p:spPr>
          <a:xfrm>
            <a:off x="625642" y="2437912"/>
            <a:ext cx="1610840" cy="44004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alpha val="10000"/>
              </a:schemeClr>
            </a:solidFill>
          </a:ln>
        </p:spPr>
        <p:txBody>
          <a:bodyPr wrap="square" lIns="0" rIns="0" bIns="91440" anchor="ctr">
            <a:noAutofit/>
          </a:bodyPr>
          <a:lstStyle/>
          <a:p>
            <a:pPr algn="ctr" rtl="1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20000"/>
            </a:pPr>
            <a:r>
              <a:rPr lang="ar-SA" sz="800" b="1" dirty="0">
                <a:solidFill>
                  <a:schemeClr val="accent4">
                    <a:alpha val="50000"/>
                  </a:schemeClr>
                </a:solidFill>
                <a:latin typeface="SST Arabic" panose="020B0504030504020204" pitchFamily="34" charset="-78"/>
                <a:cs typeface="+mn-cs"/>
              </a:rPr>
              <a:t>بناء نموذج الحل وإرساله 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4349917B-A8CA-4FEC-8E5F-45E5E144029E}"/>
              </a:ext>
            </a:extLst>
          </p:cNvPr>
          <p:cNvGrpSpPr/>
          <p:nvPr/>
        </p:nvGrpSpPr>
        <p:grpSpPr>
          <a:xfrm>
            <a:off x="3578640" y="2480111"/>
            <a:ext cx="225798" cy="260522"/>
            <a:chOff x="10569459" y="6853771"/>
            <a:chExt cx="219950" cy="219304"/>
          </a:xfrm>
        </p:grpSpPr>
        <p:sp>
          <p:nvSpPr>
            <p:cNvPr id="97" name="Google Shape;817;p27">
              <a:extLst>
                <a:ext uri="{FF2B5EF4-FFF2-40B4-BE49-F238E27FC236}">
                  <a16:creationId xmlns:a16="http://schemas.microsoft.com/office/drawing/2014/main" id="{2ADBDC84-15C6-4CD2-9E38-C061D2B52B98}"/>
                </a:ext>
              </a:extLst>
            </p:cNvPr>
            <p:cNvSpPr/>
            <p:nvPr/>
          </p:nvSpPr>
          <p:spPr>
            <a:xfrm>
              <a:off x="10569459" y="6853771"/>
              <a:ext cx="219950" cy="219304"/>
            </a:xfrm>
            <a:custGeom>
              <a:avLst/>
              <a:gdLst/>
              <a:ahLst/>
              <a:cxnLst/>
              <a:rect l="l" t="t" r="r" b="b"/>
              <a:pathLst>
                <a:path w="4437" h="4424" extrusionOk="0">
                  <a:moveTo>
                    <a:pt x="2219" y="1"/>
                  </a:moveTo>
                  <a:cubicBezTo>
                    <a:pt x="991" y="1"/>
                    <a:pt x="1" y="991"/>
                    <a:pt x="1" y="2205"/>
                  </a:cubicBezTo>
                  <a:cubicBezTo>
                    <a:pt x="1" y="3433"/>
                    <a:pt x="991" y="4423"/>
                    <a:pt x="2219" y="4423"/>
                  </a:cubicBezTo>
                  <a:cubicBezTo>
                    <a:pt x="3433" y="4423"/>
                    <a:pt x="4437" y="3433"/>
                    <a:pt x="4437" y="2205"/>
                  </a:cubicBezTo>
                  <a:cubicBezTo>
                    <a:pt x="4437" y="991"/>
                    <a:pt x="3433" y="1"/>
                    <a:pt x="22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000" dirty="0"/>
            </a:p>
          </p:txBody>
        </p:sp>
        <p:sp>
          <p:nvSpPr>
            <p:cNvPr id="98" name="Google Shape;818;p27">
              <a:extLst>
                <a:ext uri="{FF2B5EF4-FFF2-40B4-BE49-F238E27FC236}">
                  <a16:creationId xmlns:a16="http://schemas.microsoft.com/office/drawing/2014/main" id="{7AF1EB96-3E20-4CC9-98B5-DEEB4D508D01}"/>
                </a:ext>
              </a:extLst>
            </p:cNvPr>
            <p:cNvSpPr/>
            <p:nvPr/>
          </p:nvSpPr>
          <p:spPr>
            <a:xfrm>
              <a:off x="10620514" y="6904054"/>
              <a:ext cx="117834" cy="117832"/>
            </a:xfrm>
            <a:custGeom>
              <a:avLst/>
              <a:gdLst/>
              <a:ahLst/>
              <a:cxnLst/>
              <a:rect l="l" t="t" r="r" b="b"/>
              <a:pathLst>
                <a:path w="2377" h="2377" extrusionOk="0">
                  <a:moveTo>
                    <a:pt x="2377" y="1188"/>
                  </a:moveTo>
                  <a:cubicBezTo>
                    <a:pt x="2377" y="1848"/>
                    <a:pt x="1849" y="2376"/>
                    <a:pt x="1189" y="2376"/>
                  </a:cubicBezTo>
                  <a:cubicBezTo>
                    <a:pt x="529" y="2376"/>
                    <a:pt x="1" y="1848"/>
                    <a:pt x="1" y="1188"/>
                  </a:cubicBezTo>
                  <a:cubicBezTo>
                    <a:pt x="1" y="528"/>
                    <a:pt x="529" y="0"/>
                    <a:pt x="1189" y="0"/>
                  </a:cubicBezTo>
                  <a:cubicBezTo>
                    <a:pt x="1849" y="0"/>
                    <a:pt x="2377" y="528"/>
                    <a:pt x="2377" y="11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000" dirty="0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9D81B7C6-841E-4AD9-B028-F3C3EBADFDED}"/>
              </a:ext>
            </a:extLst>
          </p:cNvPr>
          <p:cNvGrpSpPr/>
          <p:nvPr/>
        </p:nvGrpSpPr>
        <p:grpSpPr>
          <a:xfrm>
            <a:off x="2082070" y="2480111"/>
            <a:ext cx="225798" cy="260522"/>
            <a:chOff x="10569459" y="6853771"/>
            <a:chExt cx="219950" cy="219304"/>
          </a:xfrm>
        </p:grpSpPr>
        <p:sp>
          <p:nvSpPr>
            <p:cNvPr id="100" name="Google Shape;817;p27">
              <a:extLst>
                <a:ext uri="{FF2B5EF4-FFF2-40B4-BE49-F238E27FC236}">
                  <a16:creationId xmlns:a16="http://schemas.microsoft.com/office/drawing/2014/main" id="{729F6BB5-EAC6-45B1-88F7-BBC7FAF9A86E}"/>
                </a:ext>
              </a:extLst>
            </p:cNvPr>
            <p:cNvSpPr/>
            <p:nvPr/>
          </p:nvSpPr>
          <p:spPr>
            <a:xfrm>
              <a:off x="10569459" y="6853771"/>
              <a:ext cx="219950" cy="219304"/>
            </a:xfrm>
            <a:custGeom>
              <a:avLst/>
              <a:gdLst/>
              <a:ahLst/>
              <a:cxnLst/>
              <a:rect l="l" t="t" r="r" b="b"/>
              <a:pathLst>
                <a:path w="4437" h="4424" extrusionOk="0">
                  <a:moveTo>
                    <a:pt x="2219" y="1"/>
                  </a:moveTo>
                  <a:cubicBezTo>
                    <a:pt x="991" y="1"/>
                    <a:pt x="1" y="991"/>
                    <a:pt x="1" y="2205"/>
                  </a:cubicBezTo>
                  <a:cubicBezTo>
                    <a:pt x="1" y="3433"/>
                    <a:pt x="991" y="4423"/>
                    <a:pt x="2219" y="4423"/>
                  </a:cubicBezTo>
                  <a:cubicBezTo>
                    <a:pt x="3433" y="4423"/>
                    <a:pt x="4437" y="3433"/>
                    <a:pt x="4437" y="2205"/>
                  </a:cubicBezTo>
                  <a:cubicBezTo>
                    <a:pt x="4437" y="991"/>
                    <a:pt x="3433" y="1"/>
                    <a:pt x="22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000" dirty="0"/>
            </a:p>
          </p:txBody>
        </p:sp>
        <p:sp>
          <p:nvSpPr>
            <p:cNvPr id="101" name="Google Shape;818;p27">
              <a:extLst>
                <a:ext uri="{FF2B5EF4-FFF2-40B4-BE49-F238E27FC236}">
                  <a16:creationId xmlns:a16="http://schemas.microsoft.com/office/drawing/2014/main" id="{6ADFB459-5961-4899-9642-7675AF2AD927}"/>
                </a:ext>
              </a:extLst>
            </p:cNvPr>
            <p:cNvSpPr/>
            <p:nvPr/>
          </p:nvSpPr>
          <p:spPr>
            <a:xfrm>
              <a:off x="10620514" y="6904054"/>
              <a:ext cx="117834" cy="117832"/>
            </a:xfrm>
            <a:custGeom>
              <a:avLst/>
              <a:gdLst/>
              <a:ahLst/>
              <a:cxnLst/>
              <a:rect l="l" t="t" r="r" b="b"/>
              <a:pathLst>
                <a:path w="2377" h="2377" extrusionOk="0">
                  <a:moveTo>
                    <a:pt x="2377" y="1188"/>
                  </a:moveTo>
                  <a:cubicBezTo>
                    <a:pt x="2377" y="1848"/>
                    <a:pt x="1849" y="2376"/>
                    <a:pt x="1189" y="2376"/>
                  </a:cubicBezTo>
                  <a:cubicBezTo>
                    <a:pt x="529" y="2376"/>
                    <a:pt x="1" y="1848"/>
                    <a:pt x="1" y="1188"/>
                  </a:cubicBezTo>
                  <a:cubicBezTo>
                    <a:pt x="1" y="528"/>
                    <a:pt x="529" y="0"/>
                    <a:pt x="1189" y="0"/>
                  </a:cubicBezTo>
                  <a:cubicBezTo>
                    <a:pt x="1849" y="0"/>
                    <a:pt x="2377" y="528"/>
                    <a:pt x="2377" y="11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000" dirty="0"/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F6C6A5BD-13E3-4D8C-BE5A-FE0BAAF225EA}"/>
              </a:ext>
            </a:extLst>
          </p:cNvPr>
          <p:cNvSpPr txBox="1"/>
          <p:nvPr/>
        </p:nvSpPr>
        <p:spPr>
          <a:xfrm>
            <a:off x="6564437" y="4966414"/>
            <a:ext cx="2268768" cy="292837"/>
          </a:xfrm>
          <a:prstGeom prst="rect">
            <a:avLst/>
          </a:prstGeom>
          <a:solidFill>
            <a:schemeClr val="accent4">
              <a:alpha val="10000"/>
            </a:schemeClr>
          </a:solidFill>
        </p:spPr>
        <p:txBody>
          <a:bodyPr wrap="square">
            <a:spAutoFit/>
          </a:bodyPr>
          <a:lstStyle/>
          <a:p>
            <a:pPr marR="0" lvl="0" algn="ctr" defTabSz="914400" rtl="1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rgbClr val="1CC182"/>
              </a:buClr>
              <a:buSzTx/>
              <a:tabLst/>
              <a:defRPr/>
            </a:pPr>
            <a:r>
              <a:rPr lang="ar-SA" sz="1200" b="1" dirty="0">
                <a:solidFill>
                  <a:schemeClr val="accent4"/>
                </a:solidFill>
                <a:latin typeface="☞DIODRUM ARABIC MEDIUM" panose="00000600000000000000" pitchFamily="2" charset="-78"/>
                <a:cs typeface="+mj-cs"/>
              </a:rPr>
              <a:t>جهات في مرحلة التواصل : </a:t>
            </a:r>
            <a:endParaRPr lang="ar-SA" sz="1200" b="1" dirty="0">
              <a:solidFill>
                <a:schemeClr val="accent4"/>
              </a:solidFill>
              <a:latin typeface="Arial" panose="020B0604020202020204" pitchFamily="34" charset="0"/>
              <a:cs typeface="+mj-cs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E152EE5-04EB-4E01-807F-7DE5DBF7B355}"/>
              </a:ext>
            </a:extLst>
          </p:cNvPr>
          <p:cNvSpPr txBox="1"/>
          <p:nvPr/>
        </p:nvSpPr>
        <p:spPr>
          <a:xfrm>
            <a:off x="6389492" y="5284824"/>
            <a:ext cx="2657651" cy="90024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rtl="1"/>
            <a:r>
              <a:rPr lang="ar-SA" sz="1050" dirty="0">
                <a:solidFill>
                  <a:schemeClr val="accent5">
                    <a:lumMod val="50000"/>
                  </a:schemeClr>
                </a:solidFill>
                <a:latin typeface="+mn-lt"/>
                <a:cs typeface="DiodrumArabic-Bold"/>
              </a:rPr>
              <a:t>- صندوق التعليم العالي الجامعي </a:t>
            </a:r>
            <a:br>
              <a:rPr lang="ar-SA" sz="1050" dirty="0">
                <a:solidFill>
                  <a:schemeClr val="accent5">
                    <a:lumMod val="50000"/>
                  </a:schemeClr>
                </a:solidFill>
                <a:latin typeface="+mn-lt"/>
                <a:cs typeface="DiodrumArabic-Bold"/>
              </a:rPr>
            </a:br>
            <a:r>
              <a:rPr lang="ar-SA" sz="1050" dirty="0">
                <a:solidFill>
                  <a:schemeClr val="accent5">
                    <a:lumMod val="50000"/>
                  </a:schemeClr>
                </a:solidFill>
                <a:latin typeface="+mn-lt"/>
                <a:cs typeface="DiodrumArabic-Bold"/>
              </a:rPr>
              <a:t>-الهيئة السعودية للمحامين </a:t>
            </a:r>
            <a:br>
              <a:rPr lang="ar-SA" sz="1050" dirty="0">
                <a:solidFill>
                  <a:schemeClr val="accent5">
                    <a:lumMod val="50000"/>
                  </a:schemeClr>
                </a:solidFill>
                <a:latin typeface="+mn-lt"/>
                <a:cs typeface="DiodrumArabic-Bold"/>
              </a:rPr>
            </a:br>
            <a:r>
              <a:rPr lang="ar-SA" sz="1050" dirty="0">
                <a:solidFill>
                  <a:schemeClr val="accent5">
                    <a:lumMod val="50000"/>
                  </a:schemeClr>
                </a:solidFill>
                <a:latin typeface="+mn-lt"/>
                <a:cs typeface="DiodrumArabic-Bold"/>
              </a:rPr>
              <a:t>-الرئاسة العامة للبحوث ولاإفتاء </a:t>
            </a:r>
            <a:br>
              <a:rPr lang="ar-SA" sz="1050" dirty="0">
                <a:solidFill>
                  <a:schemeClr val="accent5">
                    <a:lumMod val="50000"/>
                  </a:schemeClr>
                </a:solidFill>
                <a:latin typeface="+mn-lt"/>
                <a:cs typeface="DiodrumArabic-Bold"/>
              </a:rPr>
            </a:br>
            <a:r>
              <a:rPr lang="ar-SA" sz="1050" dirty="0">
                <a:solidFill>
                  <a:schemeClr val="accent5">
                    <a:lumMod val="50000"/>
                  </a:schemeClr>
                </a:solidFill>
                <a:latin typeface="+mn-lt"/>
                <a:cs typeface="DiodrumArabic-Bold"/>
              </a:rPr>
              <a:t>-الهيئة السعودية للمراجعين والمحاسبين </a:t>
            </a:r>
            <a:br>
              <a:rPr lang="ar-SA" sz="1050" dirty="0">
                <a:solidFill>
                  <a:schemeClr val="accent5">
                    <a:lumMod val="50000"/>
                  </a:schemeClr>
                </a:solidFill>
                <a:latin typeface="+mn-lt"/>
                <a:cs typeface="DiodrumArabic-Bold"/>
              </a:rPr>
            </a:br>
            <a:r>
              <a:rPr lang="ar-SA" sz="1050" dirty="0">
                <a:solidFill>
                  <a:schemeClr val="accent5">
                    <a:lumMod val="50000"/>
                  </a:schemeClr>
                </a:solidFill>
                <a:latin typeface="+mn-lt"/>
                <a:cs typeface="DiodrumArabic-Bold"/>
              </a:rPr>
              <a:t>-المركز الوطني للتنمية الصناعية </a:t>
            </a:r>
            <a:endParaRPr lang="en-US" sz="1050" dirty="0">
              <a:solidFill>
                <a:schemeClr val="accent5">
                  <a:lumMod val="50000"/>
                </a:schemeClr>
              </a:solidFill>
              <a:latin typeface="+mn-lt"/>
              <a:cs typeface="DiodrumArabic-Bold" panose="00000800000000000000" pitchFamily="2" charset="-78"/>
            </a:endParaRP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3A14904E-AD32-47F0-A053-D82F68C3D9FC}"/>
              </a:ext>
            </a:extLst>
          </p:cNvPr>
          <p:cNvSpPr/>
          <p:nvPr/>
        </p:nvSpPr>
        <p:spPr>
          <a:xfrm>
            <a:off x="2835586" y="3611896"/>
            <a:ext cx="2657650" cy="2848591"/>
          </a:xfrm>
          <a:prstGeom prst="roundRect">
            <a:avLst>
              <a:gd name="adj" fmla="val 3781"/>
            </a:avLst>
          </a:prstGeom>
          <a:solidFill>
            <a:schemeClr val="accent4"/>
          </a:solidFill>
          <a:ln w="158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algn="justLow" rtl="1">
              <a:lnSpc>
                <a:spcPct val="150000"/>
              </a:lnSpc>
            </a:pPr>
            <a:endParaRPr lang="ar-SA" sz="1050">
              <a:solidFill>
                <a:schemeClr val="accent4"/>
              </a:solidFill>
              <a:latin typeface="☞DIODRUM ARABIC SEMIBOLD" panose="00000700000000000000" pitchFamily="2" charset="-78"/>
              <a:cs typeface="☞DIODRUM ARABIC SEMIBOLD" panose="00000700000000000000" pitchFamily="2" charset="-78"/>
            </a:endParaRP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D7855550-B1C0-4CB4-BC7C-53D2DA24E9EF}"/>
              </a:ext>
            </a:extLst>
          </p:cNvPr>
          <p:cNvSpPr/>
          <p:nvPr/>
        </p:nvSpPr>
        <p:spPr>
          <a:xfrm>
            <a:off x="2739334" y="3691551"/>
            <a:ext cx="2657650" cy="2765395"/>
          </a:xfrm>
          <a:prstGeom prst="roundRect">
            <a:avLst>
              <a:gd name="adj" fmla="val 3781"/>
            </a:avLst>
          </a:prstGeom>
          <a:solidFill>
            <a:schemeClr val="bg1"/>
          </a:solidFill>
          <a:ln w="15875">
            <a:noFill/>
          </a:ln>
          <a:effectLst>
            <a:outerShdw blurRad="1905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algn="justLow" rtl="1">
              <a:lnSpc>
                <a:spcPct val="150000"/>
              </a:lnSpc>
            </a:pPr>
            <a:endParaRPr lang="ar-SA" sz="1050">
              <a:solidFill>
                <a:schemeClr val="accent4"/>
              </a:solidFill>
              <a:latin typeface="☞DIODRUM ARABIC SEMIBOLD" panose="00000700000000000000" pitchFamily="2" charset="-78"/>
              <a:cs typeface="☞DIODRUM ARABIC SEMIBOLD" panose="00000700000000000000" pitchFamily="2" charset="-78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2AA99D6D-CABC-4B41-808B-C62E42082D02}"/>
              </a:ext>
            </a:extLst>
          </p:cNvPr>
          <p:cNvSpPr txBox="1"/>
          <p:nvPr/>
        </p:nvSpPr>
        <p:spPr>
          <a:xfrm>
            <a:off x="3290242" y="3965388"/>
            <a:ext cx="1712106" cy="292837"/>
          </a:xfrm>
          <a:prstGeom prst="rect">
            <a:avLst/>
          </a:prstGeom>
          <a:solidFill>
            <a:schemeClr val="accent4">
              <a:alpha val="10000"/>
            </a:schemeClr>
          </a:solidFill>
        </p:spPr>
        <p:txBody>
          <a:bodyPr wrap="square">
            <a:spAutoFit/>
          </a:bodyPr>
          <a:lstStyle/>
          <a:p>
            <a:pPr marR="0" lvl="0" algn="ctr" defTabSz="914400" rtl="1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rgbClr val="1CC182"/>
              </a:buClr>
              <a:buSzTx/>
              <a:tabLst/>
              <a:defRPr/>
            </a:pPr>
            <a:r>
              <a:rPr lang="ar-SA" sz="1200" b="1" dirty="0">
                <a:solidFill>
                  <a:schemeClr val="accent4"/>
                </a:solidFill>
                <a:latin typeface="☞DIODRUM ARABIC MEDIUM" panose="00000600000000000000" pitchFamily="2" charset="-78"/>
                <a:cs typeface="+mj-cs"/>
              </a:rPr>
              <a:t>تحديد الإحتياج الفعلي:</a:t>
            </a:r>
            <a:endParaRPr lang="ar-SA" sz="1200" b="1" dirty="0">
              <a:solidFill>
                <a:schemeClr val="accent4"/>
              </a:solidFill>
              <a:latin typeface="Arial" panose="020B0604020202020204" pitchFamily="34" charset="0"/>
              <a:cs typeface="+mj-cs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98DFF6A-EF17-4BAA-BCB0-20C4E05A9D56}"/>
              </a:ext>
            </a:extLst>
          </p:cNvPr>
          <p:cNvSpPr txBox="1"/>
          <p:nvPr/>
        </p:nvSpPr>
        <p:spPr>
          <a:xfrm>
            <a:off x="2828141" y="4370425"/>
            <a:ext cx="2657651" cy="4154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rtl="1"/>
            <a:r>
              <a:rPr lang="ar-SA" sz="1050" dirty="0">
                <a:solidFill>
                  <a:schemeClr val="accent5">
                    <a:lumMod val="50000"/>
                  </a:schemeClr>
                </a:solidFill>
                <a:latin typeface="+mn-lt"/>
                <a:cs typeface="DiodrumArabic-Bold"/>
              </a:rPr>
              <a:t>- جامعة الطائف </a:t>
            </a:r>
            <a:br>
              <a:rPr lang="ar-SA" sz="1050" dirty="0">
                <a:solidFill>
                  <a:schemeClr val="accent5">
                    <a:lumMod val="50000"/>
                  </a:schemeClr>
                </a:solidFill>
                <a:latin typeface="+mn-lt"/>
                <a:cs typeface="DiodrumArabic-Bold"/>
              </a:rPr>
            </a:br>
            <a:r>
              <a:rPr lang="ar-SA" sz="1050" dirty="0">
                <a:solidFill>
                  <a:schemeClr val="accent5">
                    <a:lumMod val="50000"/>
                  </a:schemeClr>
                </a:solidFill>
                <a:latin typeface="+mn-lt"/>
                <a:cs typeface="DiodrumArabic-Bold"/>
              </a:rPr>
              <a:t>- أمانة الحدود الشمالية </a:t>
            </a:r>
            <a:endParaRPr lang="en-US" sz="1050" dirty="0">
              <a:solidFill>
                <a:schemeClr val="accent5">
                  <a:lumMod val="50000"/>
                </a:schemeClr>
              </a:solidFill>
              <a:latin typeface="+mn-lt"/>
              <a:cs typeface="DiodrumArabic-Bold" panose="00000800000000000000" pitchFamily="2" charset="-78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66DFF46-ED04-465D-A3A9-2A62A7189C2E}"/>
              </a:ext>
            </a:extLst>
          </p:cNvPr>
          <p:cNvSpPr txBox="1"/>
          <p:nvPr/>
        </p:nvSpPr>
        <p:spPr>
          <a:xfrm>
            <a:off x="2856702" y="4926309"/>
            <a:ext cx="2471299" cy="259430"/>
          </a:xfrm>
          <a:prstGeom prst="rect">
            <a:avLst/>
          </a:prstGeom>
          <a:solidFill>
            <a:schemeClr val="accent4">
              <a:alpha val="10000"/>
            </a:schemeClr>
          </a:solidFill>
        </p:spPr>
        <p:txBody>
          <a:bodyPr wrap="square">
            <a:spAutoFit/>
          </a:bodyPr>
          <a:lstStyle/>
          <a:p>
            <a:pPr marR="0" lvl="0" algn="ctr" defTabSz="914400" rtl="1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rgbClr val="1CC182"/>
              </a:buClr>
              <a:buSzTx/>
              <a:tabLst/>
              <a:defRPr/>
            </a:pPr>
            <a:r>
              <a:rPr lang="ar-SA" sz="1000" b="1" dirty="0">
                <a:solidFill>
                  <a:schemeClr val="accent4"/>
                </a:solidFill>
                <a:latin typeface="☞DIODRUM ARABIC MEDIUM" panose="00000600000000000000" pitchFamily="2" charset="-78"/>
                <a:cs typeface="+mj-cs"/>
              </a:rPr>
              <a:t>تحديد الإجتماع التشخيصي بعد التواصل :</a:t>
            </a:r>
            <a:endParaRPr lang="ar-SA" sz="1000" b="1" dirty="0">
              <a:solidFill>
                <a:schemeClr val="accent4"/>
              </a:solidFill>
              <a:latin typeface="Arial" panose="020B0604020202020204" pitchFamily="34" charset="0"/>
              <a:cs typeface="+mj-cs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27C7DD8-60E9-4443-AB4B-9625ACAE9ED7}"/>
              </a:ext>
            </a:extLst>
          </p:cNvPr>
          <p:cNvSpPr txBox="1"/>
          <p:nvPr/>
        </p:nvSpPr>
        <p:spPr>
          <a:xfrm>
            <a:off x="2884288" y="5244719"/>
            <a:ext cx="2657651" cy="90024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rtl="1"/>
            <a:r>
              <a:rPr lang="ar-SA" sz="1050" dirty="0">
                <a:solidFill>
                  <a:schemeClr val="accent5">
                    <a:lumMod val="50000"/>
                  </a:schemeClr>
                </a:solidFill>
                <a:latin typeface="+mn-lt"/>
                <a:cs typeface="DiodrumArabic-Bold"/>
              </a:rPr>
              <a:t>- صندوق التعليم العالي الجامعي </a:t>
            </a:r>
            <a:br>
              <a:rPr lang="ar-SA" sz="1050" dirty="0">
                <a:solidFill>
                  <a:schemeClr val="accent5">
                    <a:lumMod val="50000"/>
                  </a:schemeClr>
                </a:solidFill>
                <a:latin typeface="+mn-lt"/>
                <a:cs typeface="DiodrumArabic-Bold"/>
              </a:rPr>
            </a:br>
            <a:r>
              <a:rPr lang="ar-SA" sz="1050" dirty="0">
                <a:solidFill>
                  <a:schemeClr val="accent5">
                    <a:lumMod val="50000"/>
                  </a:schemeClr>
                </a:solidFill>
                <a:latin typeface="+mn-lt"/>
                <a:cs typeface="DiodrumArabic-Bold"/>
              </a:rPr>
              <a:t>-الهيئة السعودية للمحامين </a:t>
            </a:r>
            <a:br>
              <a:rPr lang="ar-SA" sz="1050" dirty="0">
                <a:solidFill>
                  <a:schemeClr val="accent5">
                    <a:lumMod val="50000"/>
                  </a:schemeClr>
                </a:solidFill>
                <a:latin typeface="+mn-lt"/>
                <a:cs typeface="DiodrumArabic-Bold"/>
              </a:rPr>
            </a:br>
            <a:r>
              <a:rPr lang="ar-SA" sz="1050" dirty="0">
                <a:solidFill>
                  <a:schemeClr val="accent5">
                    <a:lumMod val="50000"/>
                  </a:schemeClr>
                </a:solidFill>
                <a:latin typeface="+mn-lt"/>
                <a:cs typeface="DiodrumArabic-Bold"/>
              </a:rPr>
              <a:t>-الرئاسة العامة للبحوث ولاإفتاء </a:t>
            </a:r>
            <a:br>
              <a:rPr lang="ar-SA" sz="1050" dirty="0">
                <a:solidFill>
                  <a:schemeClr val="accent5">
                    <a:lumMod val="50000"/>
                  </a:schemeClr>
                </a:solidFill>
                <a:latin typeface="+mn-lt"/>
                <a:cs typeface="DiodrumArabic-Bold"/>
              </a:rPr>
            </a:br>
            <a:r>
              <a:rPr lang="ar-SA" sz="1050" dirty="0">
                <a:solidFill>
                  <a:schemeClr val="accent5">
                    <a:lumMod val="50000"/>
                  </a:schemeClr>
                </a:solidFill>
                <a:latin typeface="+mn-lt"/>
                <a:cs typeface="DiodrumArabic-Bold"/>
              </a:rPr>
              <a:t>-الهيئة السعودية للمراجعين والمحاسبين </a:t>
            </a:r>
            <a:br>
              <a:rPr lang="ar-SA" sz="1050" dirty="0">
                <a:solidFill>
                  <a:schemeClr val="accent5">
                    <a:lumMod val="50000"/>
                  </a:schemeClr>
                </a:solidFill>
                <a:latin typeface="+mn-lt"/>
                <a:cs typeface="DiodrumArabic-Bold"/>
              </a:rPr>
            </a:br>
            <a:r>
              <a:rPr lang="ar-SA" sz="1050" dirty="0">
                <a:solidFill>
                  <a:schemeClr val="accent5">
                    <a:lumMod val="50000"/>
                  </a:schemeClr>
                </a:solidFill>
                <a:latin typeface="+mn-lt"/>
                <a:cs typeface="DiodrumArabic-Bold"/>
              </a:rPr>
              <a:t>-المركز الوطني للتنمية الصناعية </a:t>
            </a:r>
            <a:endParaRPr lang="en-US" sz="1050" dirty="0">
              <a:solidFill>
                <a:schemeClr val="accent5">
                  <a:lumMod val="50000"/>
                </a:schemeClr>
              </a:solidFill>
              <a:latin typeface="+mn-lt"/>
              <a:cs typeface="DiodrumArabic-Bold" panose="00000800000000000000" pitchFamily="2" charset="-78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67CE28C-2A83-4441-B607-290572536CDB}"/>
              </a:ext>
            </a:extLst>
          </p:cNvPr>
          <p:cNvSpPr txBox="1"/>
          <p:nvPr/>
        </p:nvSpPr>
        <p:spPr>
          <a:xfrm>
            <a:off x="2767266" y="3230487"/>
            <a:ext cx="2548216" cy="326436"/>
          </a:xfrm>
          <a:prstGeom prst="rect">
            <a:avLst/>
          </a:prstGeom>
          <a:solidFill>
            <a:schemeClr val="accent4">
              <a:alpha val="10000"/>
            </a:schemeClr>
          </a:solidFill>
        </p:spPr>
        <p:txBody>
          <a:bodyPr wrap="square">
            <a:spAutoFit/>
          </a:bodyPr>
          <a:lstStyle/>
          <a:p>
            <a:pPr algn="ctr" rtl="1">
              <a:lnSpc>
                <a:spcPct val="120000"/>
              </a:lnSpc>
              <a:spcAft>
                <a:spcPts val="1200"/>
              </a:spcAft>
              <a:buClr>
                <a:srgbClr val="1CC182"/>
              </a:buClr>
              <a:defRPr/>
            </a:pPr>
            <a:r>
              <a:rPr lang="ar-SA" sz="1400" b="1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المرحلة القادمة </a:t>
            </a:r>
            <a:endParaRPr lang="ar-SA" sz="1400" b="1" dirty="0">
              <a:solidFill>
                <a:schemeClr val="accent4"/>
              </a:solidFill>
              <a:latin typeface="Arial" panose="020B0604020202020204" pitchFamily="34" charset="0"/>
              <a:cs typeface="+mj-cs"/>
            </a:endParaRPr>
          </a:p>
        </p:txBody>
      </p:sp>
      <p:sp>
        <p:nvSpPr>
          <p:cNvPr id="8" name="SecloreFooter">
            <a:extLst>
              <a:ext uri="{FF2B5EF4-FFF2-40B4-BE49-F238E27FC236}">
                <a16:creationId xmlns:a16="http://schemas.microsoft.com/office/drawing/2014/main" id="{DD17BC2C-964A-4ACC-A3DE-5525E46160F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329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021ADDF-8E2C-45B8-BF02-B7B1F89E2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224" y="455907"/>
            <a:ext cx="6975460" cy="522501"/>
          </a:xfrm>
        </p:spPr>
        <p:txBody>
          <a:bodyPr/>
          <a:lstStyle/>
          <a:p>
            <a:r>
              <a:rPr lang="ar-SA" sz="2000" dirty="0">
                <a:solidFill>
                  <a:schemeClr val="accent2">
                    <a:lumMod val="75000"/>
                  </a:schemeClr>
                </a:solidFill>
              </a:rPr>
              <a:t>الجهود والمبادرات القائمة 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7" name="s1-num-badge">
            <a:extLst>
              <a:ext uri="{FF2B5EF4-FFF2-40B4-BE49-F238E27FC236}">
                <a16:creationId xmlns:a16="http://schemas.microsoft.com/office/drawing/2014/main" id="{CD5DA493-5272-42FA-8365-A3966CC354D1}"/>
              </a:ext>
            </a:extLst>
          </p:cNvPr>
          <p:cNvSpPr/>
          <p:nvPr/>
        </p:nvSpPr>
        <p:spPr>
          <a:xfrm>
            <a:off x="10058400" y="398757"/>
            <a:ext cx="714462" cy="643659"/>
          </a:xfrm>
          <a:prstGeom prst="roundRect">
            <a:avLst>
              <a:gd name="adj" fmla="val 28599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2700000" scaled="1"/>
          </a:gradFill>
          <a:ln>
            <a:noFill/>
          </a:ln>
          <a:effectLst>
            <a:outerShdw blurRad="57150" dist="19050" dir="5400000" rotWithShape="0">
              <a:srgbClr val="24135F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128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odrumArabic-Regular"/>
              <a:ea typeface="+mn-ea"/>
              <a:cs typeface="DiodrumArabic-Regular"/>
              <a:sym typeface="Arial"/>
            </a:endParaRPr>
          </a:p>
        </p:txBody>
      </p:sp>
      <p:sp>
        <p:nvSpPr>
          <p:cNvPr id="78" name="s1-num">
            <a:extLst>
              <a:ext uri="{FF2B5EF4-FFF2-40B4-BE49-F238E27FC236}">
                <a16:creationId xmlns:a16="http://schemas.microsoft.com/office/drawing/2014/main" id="{9D3DF26F-E9FA-4C13-87DC-40C0A14A2F2C}"/>
              </a:ext>
            </a:extLst>
          </p:cNvPr>
          <p:cNvSpPr txBox="1"/>
          <p:nvPr/>
        </p:nvSpPr>
        <p:spPr>
          <a:xfrm>
            <a:off x="10114961" y="493235"/>
            <a:ext cx="499891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8128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ar-SA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odrumArabic-Bold"/>
                <a:ea typeface="DiodrumArabic-Bold"/>
                <a:cs typeface="DiodrumArabic-Bold"/>
                <a:sym typeface="Arial"/>
              </a:rPr>
              <a:t>02</a:t>
            </a:r>
            <a:endParaRPr kumimoji="0" lang="en-US" sz="1932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odrumArabic-Bold"/>
              <a:ea typeface="DiodrumArabic-Bold"/>
              <a:cs typeface="DiodrumArabic-Bold"/>
              <a:sym typeface="Arial"/>
            </a:endParaRPr>
          </a:p>
        </p:txBody>
      </p:sp>
      <p:sp>
        <p:nvSpPr>
          <p:cNvPr id="79" name="Title 12">
            <a:extLst>
              <a:ext uri="{FF2B5EF4-FFF2-40B4-BE49-F238E27FC236}">
                <a16:creationId xmlns:a16="http://schemas.microsoft.com/office/drawing/2014/main" id="{ADD2FCDD-A898-4E2E-84D7-0170DB3FFE6B}"/>
              </a:ext>
            </a:extLst>
          </p:cNvPr>
          <p:cNvSpPr txBox="1">
            <a:spLocks/>
          </p:cNvSpPr>
          <p:nvPr/>
        </p:nvSpPr>
        <p:spPr>
          <a:xfrm>
            <a:off x="0" y="3094611"/>
            <a:ext cx="11486148" cy="1089529"/>
          </a:xfrm>
          <a:prstGeom prst="rect">
            <a:avLst/>
          </a:prstGeom>
        </p:spPr>
        <p:txBody>
          <a:bodyPr vert="horz" wrap="square" lIns="0" tIns="45720" rIns="0" bIns="45720" rtlCol="0" anchor="t">
            <a:spAutoFit/>
          </a:bodyPr>
          <a:lstStyle>
            <a:lvl1pPr algn="r" defTabSz="914332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4"/>
                </a:solidFill>
                <a:latin typeface="DiodrumArabic-Bold" panose="00000800000000000000" pitchFamily="2" charset="-78"/>
                <a:ea typeface="+mj-ea"/>
                <a:cs typeface="DiodrumArabic-Bold" panose="00000800000000000000" pitchFamily="2" charset="-78"/>
              </a:defRPr>
            </a:lvl1pPr>
          </a:lstStyle>
          <a:p>
            <a:pPr marL="0" marR="0" lvl="0" indent="0" algn="r" defTabSz="914332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sz="3600" dirty="0">
                <a:solidFill>
                  <a:srgbClr val="2A206A"/>
                </a:solidFill>
              </a:rPr>
              <a:t>2.3 جائزة الحكومة الرقمية لدول مجلس التعاون لدول الخليج العربية </a:t>
            </a:r>
            <a:r>
              <a:rPr kumimoji="0" lang="ar-SA" sz="1867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</a:t>
            </a:r>
            <a:endParaRPr lang="ar-SA" sz="3600" dirty="0">
              <a:solidFill>
                <a:srgbClr val="2A206A"/>
              </a:solidFill>
            </a:endParaRPr>
          </a:p>
        </p:txBody>
      </p:sp>
      <p:sp>
        <p:nvSpPr>
          <p:cNvPr id="80" name="Slide Number Placeholder 1">
            <a:extLst>
              <a:ext uri="{FF2B5EF4-FFF2-40B4-BE49-F238E27FC236}">
                <a16:creationId xmlns:a16="http://schemas.microsoft.com/office/drawing/2014/main" id="{62A52D15-03C4-4D9B-AB50-612D2A833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7420" y="6498731"/>
            <a:ext cx="467734" cy="20679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79EF615-E246-4FA6-9E75-123AAEB83405}" type="slidenum">
              <a:rPr kumimoji="0" lang="en-PH" sz="900" b="0" i="0" u="none" strike="noStrike" kern="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DiodrumArabic-Semibold"/>
                <a:cs typeface="Arial"/>
                <a:sym typeface="Arial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13</a:t>
            </a:fld>
            <a:endParaRPr kumimoji="0" lang="en-PH" sz="9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DiodrumArabic-Semibold"/>
              <a:cs typeface="Arial"/>
              <a:sym typeface="Arial"/>
            </a:endParaRPr>
          </a:p>
        </p:txBody>
      </p:sp>
      <p:sp>
        <p:nvSpPr>
          <p:cNvPr id="12" name="SecloreFooter">
            <a:extLst>
              <a:ext uri="{FF2B5EF4-FFF2-40B4-BE49-F238E27FC236}">
                <a16:creationId xmlns:a16="http://schemas.microsoft.com/office/drawing/2014/main" id="{3256E98C-32DF-42DD-9307-7E10BBFC890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0C23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Restricted - </a:t>
            </a:r>
            <a:r>
              <a:rPr kumimoji="0" lang="ar-SA" sz="1200" b="0" i="0" u="none" strike="noStrike" kern="0" cap="none" spc="0" normalizeH="0" baseline="0" noProof="0">
                <a:ln>
                  <a:noFill/>
                </a:ln>
                <a:solidFill>
                  <a:srgbClr val="F0C23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مقيد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0C231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034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9061F-EB94-3729-CBB7-08F3AF2F2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DE73A26-121F-DCEB-12E8-3E2FAACCB03A}"/>
              </a:ext>
            </a:extLst>
          </p:cNvPr>
          <p:cNvCxnSpPr>
            <a:cxnSpLocks/>
          </p:cNvCxnSpPr>
          <p:nvPr/>
        </p:nvCxnSpPr>
        <p:spPr>
          <a:xfrm flipH="1">
            <a:off x="379851" y="938642"/>
            <a:ext cx="11448955" cy="0"/>
          </a:xfrm>
          <a:prstGeom prst="line">
            <a:avLst/>
          </a:prstGeom>
          <a:ln w="28575">
            <a:gradFill flip="none" rotWithShape="1">
              <a:gsLst>
                <a:gs pos="100000">
                  <a:schemeClr val="accent2"/>
                </a:gs>
                <a:gs pos="0">
                  <a:schemeClr val="accent3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cloreFooter">
            <a:extLst>
              <a:ext uri="{FF2B5EF4-FFF2-40B4-BE49-F238E27FC236}">
                <a16:creationId xmlns:a16="http://schemas.microsoft.com/office/drawing/2014/main" id="{58F27995-F8CF-D37B-0D81-FE8260A1426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46304" y="6365496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524D06-7089-421F-BEDD-AAEC18DA1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EF615-E246-4FA6-9E75-123AAEB83405}" type="slidenum">
              <a:rPr lang="en-PH" smtClean="0"/>
              <a:pPr/>
              <a:t>14</a:t>
            </a:fld>
            <a:endParaRPr lang="en-PH" dirty="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74BE6068-53EB-417A-8D53-0AC4E7A68F50}"/>
              </a:ext>
            </a:extLst>
          </p:cNvPr>
          <p:cNvSpPr/>
          <p:nvPr/>
        </p:nvSpPr>
        <p:spPr>
          <a:xfrm>
            <a:off x="2406315" y="1185168"/>
            <a:ext cx="9529010" cy="820094"/>
          </a:xfrm>
          <a:prstGeom prst="roundRect">
            <a:avLst/>
          </a:prstGeom>
          <a:gradFill>
            <a:gsLst>
              <a:gs pos="0">
                <a:srgbClr val="1D164B"/>
              </a:gs>
              <a:gs pos="90000">
                <a:srgbClr val="3B2D8A"/>
              </a:gs>
            </a:gsLst>
            <a:lin ang="2700000" scaled="1"/>
          </a:gradFill>
          <a:ln w="12700">
            <a:noFill/>
          </a:ln>
          <a:effectLst>
            <a:outerShdw blurRad="190500" algn="tl" rotWithShape="0">
              <a:prstClr val="black">
                <a:alpha val="15000"/>
              </a:prstClr>
            </a:outerShdw>
          </a:effectLst>
        </p:spPr>
        <p:txBody>
          <a:bodyPr wrap="square" tIns="0" rIns="640080" bIns="45720" anchor="ctr">
            <a:noAutofit/>
          </a:bodyPr>
          <a:lstStyle/>
          <a:p>
            <a:pPr algn="r" rtl="1">
              <a:lnSpc>
                <a:spcPct val="120000"/>
              </a:lnSpc>
            </a:pPr>
            <a:r>
              <a:rPr lang="ar-SA" sz="1600" dirty="0">
                <a:solidFill>
                  <a:schemeClr val="bg1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مشاركتنا في جائزة الحكومة الرقمية الخليجية 2026 – فئة افضل مبادرة حكومية لبناء الكفاءات  الرقمية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948C8AB-6CC6-446C-A9CB-DF6B446C0CEE}"/>
              </a:ext>
            </a:extLst>
          </p:cNvPr>
          <p:cNvSpPr/>
          <p:nvPr/>
        </p:nvSpPr>
        <p:spPr>
          <a:xfrm>
            <a:off x="5199325" y="2157544"/>
            <a:ext cx="6012789" cy="1893462"/>
          </a:xfrm>
          <a:prstGeom prst="roundRect">
            <a:avLst>
              <a:gd name="adj" fmla="val 3781"/>
            </a:avLst>
          </a:prstGeom>
          <a:solidFill>
            <a:schemeClr val="accent4"/>
          </a:solidFill>
          <a:ln w="158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algn="justLow" rtl="1">
              <a:lnSpc>
                <a:spcPct val="150000"/>
              </a:lnSpc>
            </a:pPr>
            <a:endParaRPr lang="ar-SA" sz="1050">
              <a:solidFill>
                <a:schemeClr val="accent4"/>
              </a:solidFill>
              <a:latin typeface="☞DIODRUM ARABIC SEMIBOLD" panose="00000700000000000000" pitchFamily="2" charset="-78"/>
              <a:cs typeface="☞DIODRUM ARABIC SEMIBOLD" panose="000007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64C3467-978C-4569-BED8-0B55ECE7DD73}"/>
              </a:ext>
            </a:extLst>
          </p:cNvPr>
          <p:cNvSpPr/>
          <p:nvPr/>
        </p:nvSpPr>
        <p:spPr>
          <a:xfrm>
            <a:off x="5275098" y="2189073"/>
            <a:ext cx="5885199" cy="1830034"/>
          </a:xfrm>
          <a:prstGeom prst="roundRect">
            <a:avLst>
              <a:gd name="adj" fmla="val 3781"/>
            </a:avLst>
          </a:prstGeom>
          <a:solidFill>
            <a:schemeClr val="bg1"/>
          </a:solidFill>
          <a:ln w="15875">
            <a:noFill/>
          </a:ln>
          <a:effectLst>
            <a:outerShdw blurRad="1905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algn="justLow" rtl="1">
              <a:lnSpc>
                <a:spcPct val="150000"/>
              </a:lnSpc>
            </a:pPr>
            <a:endParaRPr lang="ar-SA" sz="1050">
              <a:solidFill>
                <a:schemeClr val="accent4"/>
              </a:solidFill>
              <a:latin typeface="☞DIODRUM ARABIC SEMIBOLD" panose="00000700000000000000" pitchFamily="2" charset="-78"/>
              <a:cs typeface="☞DIODRUM ARABIC SEMIBOLD" panose="00000700000000000000" pitchFamily="2" charset="-78"/>
            </a:endParaRPr>
          </a:p>
        </p:txBody>
      </p:sp>
      <p:sp>
        <p:nvSpPr>
          <p:cNvPr id="44" name="Text 61">
            <a:extLst>
              <a:ext uri="{FF2B5EF4-FFF2-40B4-BE49-F238E27FC236}">
                <a16:creationId xmlns:a16="http://schemas.microsoft.com/office/drawing/2014/main" id="{931887A4-3132-4B57-ABAC-5AFDC4999D73}"/>
              </a:ext>
            </a:extLst>
          </p:cNvPr>
          <p:cNvSpPr/>
          <p:nvPr/>
        </p:nvSpPr>
        <p:spPr>
          <a:xfrm>
            <a:off x="4685772" y="2231372"/>
            <a:ext cx="6451457" cy="449521"/>
          </a:xfrm>
          <a:prstGeom prst="roundRect">
            <a:avLst>
              <a:gd name="adj" fmla="val 12133"/>
            </a:avLst>
          </a:prstGeom>
          <a:gradFill flip="none" rotWithShape="1">
            <a:gsLst>
              <a:gs pos="3000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0" scaled="1"/>
            <a:tileRect/>
          </a:gradFill>
          <a:ln/>
        </p:spPr>
        <p:txBody>
          <a:bodyPr wrap="square" lIns="914400" tIns="25400" rIns="91440" bIns="25400" rtlCol="0" anchor="ctr">
            <a:noAutofit/>
          </a:bodyPr>
          <a:lstStyle/>
          <a:p>
            <a:pPr marL="0" marR="0" lvl="0" indent="0" algn="justLow" defTabSz="914400" rtl="1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6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☞DIODRUM ARABIC SEMIBOLD" pitchFamily="2" charset="-78"/>
                <a:cs typeface="☞DIODRUM ARABIC SEMIBOLD" pitchFamily="2" charset="-78"/>
              </a:rPr>
              <a:t>رحـــلة المــشاركة 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☞DIODRUM ARABIC SEMIBOLD" pitchFamily="2" charset="-78"/>
              <a:cs typeface="☞DIODRUM ARABIC SEMIBOLD" pitchFamily="2" charset="-78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FE68CF3-0E9A-4637-8968-8F1A877E30FE}"/>
              </a:ext>
            </a:extLst>
          </p:cNvPr>
          <p:cNvSpPr txBox="1"/>
          <p:nvPr/>
        </p:nvSpPr>
        <p:spPr>
          <a:xfrm>
            <a:off x="1851661" y="3235167"/>
            <a:ext cx="2781360" cy="1255728"/>
          </a:xfrm>
          <a:prstGeom prst="rect">
            <a:avLst/>
          </a:prstGeom>
          <a:solidFill>
            <a:schemeClr val="accent4">
              <a:alpha val="10000"/>
            </a:schemeClr>
          </a:solidFill>
        </p:spPr>
        <p:txBody>
          <a:bodyPr wrap="square">
            <a:spAutoFit/>
          </a:bodyPr>
          <a:lstStyle/>
          <a:p>
            <a:pPr algn="ctr" rtl="1">
              <a:lnSpc>
                <a:spcPct val="120000"/>
              </a:lnSpc>
              <a:spcAft>
                <a:spcPts val="1200"/>
              </a:spcAft>
              <a:buClr>
                <a:srgbClr val="1CC182"/>
              </a:buClr>
              <a:defRPr/>
            </a:pPr>
            <a:r>
              <a:rPr lang="ar-SA" sz="1400" b="1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تم استكمال متطلبات المشاركة ورفع الملفات، وجارٍ انتظار مرحلة التحكيم وإعلان النتائج.</a:t>
            </a:r>
          </a:p>
          <a:p>
            <a:pPr marR="0" lvl="0" algn="ctr" defTabSz="914400" rtl="1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rgbClr val="1CC182"/>
              </a:buClr>
              <a:buSzTx/>
              <a:tabLst/>
              <a:defRPr/>
            </a:pPr>
            <a:endParaRPr lang="ar-SA" sz="1400" b="1" dirty="0">
              <a:solidFill>
                <a:schemeClr val="accent4"/>
              </a:solidFill>
              <a:latin typeface="Arial" panose="020B0604020202020204" pitchFamily="34" charset="0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486CC7-C614-4B33-9858-EB349C3FC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02" y="1323793"/>
            <a:ext cx="2207293" cy="569176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D6F412F-53B9-4899-8F19-F26202130760}"/>
              </a:ext>
            </a:extLst>
          </p:cNvPr>
          <p:cNvCxnSpPr>
            <a:cxnSpLocks/>
          </p:cNvCxnSpPr>
          <p:nvPr/>
        </p:nvCxnSpPr>
        <p:spPr>
          <a:xfrm>
            <a:off x="5475771" y="3056625"/>
            <a:ext cx="5656521" cy="0"/>
          </a:xfrm>
          <a:prstGeom prst="line">
            <a:avLst/>
          </a:prstGeom>
          <a:ln w="19050">
            <a:solidFill>
              <a:schemeClr val="accent4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B695361-81BD-47B6-82DE-6890F407FE69}"/>
              </a:ext>
            </a:extLst>
          </p:cNvPr>
          <p:cNvSpPr txBox="1"/>
          <p:nvPr/>
        </p:nvSpPr>
        <p:spPr>
          <a:xfrm>
            <a:off x="9464797" y="3231721"/>
            <a:ext cx="1866788" cy="79913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20000"/>
            </a:pPr>
            <a:r>
              <a:rPr lang="ar-SA" sz="1000" dirty="0">
                <a:solidFill>
                  <a:schemeClr val="accent4">
                    <a:alpha val="50000"/>
                  </a:schemeClr>
                </a:solidFill>
                <a:cs typeface="+mn-cs"/>
              </a:rPr>
              <a:t>التسجيل :</a:t>
            </a:r>
            <a:br>
              <a:rPr lang="ar-SA" sz="11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</a:br>
            <a:r>
              <a:rPr lang="ar-SA" sz="11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  <a:t>التسجيل والمشاركة ورفع الملفات </a:t>
            </a:r>
            <a:endParaRPr lang="ar-SA" sz="1100" dirty="0">
              <a:solidFill>
                <a:schemeClr val="accent4">
                  <a:alpha val="50000"/>
                </a:schemeClr>
              </a:solidFill>
              <a:latin typeface="SST Arabic" panose="020B0504030504020204" pitchFamily="34" charset="-78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4BF5D4-F581-4DA3-A9BE-365D6602A7D1}"/>
              </a:ext>
            </a:extLst>
          </p:cNvPr>
          <p:cNvSpPr txBox="1"/>
          <p:nvPr/>
        </p:nvSpPr>
        <p:spPr>
          <a:xfrm>
            <a:off x="7370690" y="3231721"/>
            <a:ext cx="1866788" cy="54521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20000"/>
            </a:pPr>
            <a:r>
              <a:rPr lang="ar-SA" sz="1000" dirty="0">
                <a:solidFill>
                  <a:schemeClr val="accent4">
                    <a:alpha val="50000"/>
                  </a:schemeClr>
                </a:solidFill>
                <a:cs typeface="+mn-cs"/>
              </a:rPr>
              <a:t>مرحلة التحكيم </a:t>
            </a:r>
            <a:br>
              <a:rPr lang="ar-SA" sz="11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</a:br>
            <a:r>
              <a:rPr lang="ar-SA" sz="11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  <a:t>انتقال المشاركة لمرحلة التحكيم</a:t>
            </a:r>
            <a:endParaRPr lang="ar-SA" sz="1100" dirty="0">
              <a:solidFill>
                <a:schemeClr val="accent4">
                  <a:alpha val="50000"/>
                </a:schemeClr>
              </a:solidFill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7790FE-AD67-4397-8EF3-27B42074831E}"/>
              </a:ext>
            </a:extLst>
          </p:cNvPr>
          <p:cNvSpPr txBox="1"/>
          <p:nvPr/>
        </p:nvSpPr>
        <p:spPr>
          <a:xfrm>
            <a:off x="5282430" y="3231721"/>
            <a:ext cx="1866788" cy="54521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20000"/>
            </a:pPr>
            <a:r>
              <a:rPr lang="ar-SA" sz="1000" dirty="0">
                <a:solidFill>
                  <a:schemeClr val="accent4">
                    <a:alpha val="50000"/>
                  </a:schemeClr>
                </a:solidFill>
                <a:cs typeface="+mn-cs"/>
              </a:rPr>
              <a:t>حفل تكريم الفائزين </a:t>
            </a:r>
            <a:br>
              <a:rPr lang="ar-SA" sz="1000" dirty="0">
                <a:solidFill>
                  <a:schemeClr val="accent4">
                    <a:alpha val="50000"/>
                  </a:schemeClr>
                </a:solidFill>
                <a:cs typeface="+mn-cs"/>
              </a:rPr>
            </a:br>
            <a:r>
              <a:rPr lang="ar-SA" sz="11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  <a:t>إعلان النتيجة النهائية للفائزين </a:t>
            </a:r>
            <a:endParaRPr lang="ar-SA" sz="1100" dirty="0">
              <a:solidFill>
                <a:schemeClr val="accent4">
                  <a:alpha val="50000"/>
                </a:schemeClr>
              </a:solidFill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480EBB3-7BFD-4A85-9D57-4314F97D661B}"/>
              </a:ext>
            </a:extLst>
          </p:cNvPr>
          <p:cNvSpPr txBox="1"/>
          <p:nvPr/>
        </p:nvSpPr>
        <p:spPr>
          <a:xfrm>
            <a:off x="9914107" y="2920778"/>
            <a:ext cx="1097280" cy="27432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alpha val="10000"/>
              </a:schemeClr>
            </a:solidFill>
          </a:ln>
        </p:spPr>
        <p:txBody>
          <a:bodyPr wrap="square" lIns="0" rIns="0" bIns="91440" anchor="ctr">
            <a:noAutofit/>
          </a:bodyPr>
          <a:lstStyle/>
          <a:p>
            <a:pPr algn="ctr" rtl="1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20000"/>
            </a:pPr>
            <a:r>
              <a:rPr lang="ar-SA" sz="1000" dirty="0">
                <a:solidFill>
                  <a:schemeClr val="accent4">
                    <a:alpha val="50000"/>
                  </a:schemeClr>
                </a:solidFill>
                <a:latin typeface="SST Arabic" panose="020B0504030504020204" pitchFamily="34" charset="-78"/>
                <a:cs typeface="+mn-cs"/>
              </a:rPr>
              <a:t>1 يوليو 2026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876EA35-DF1F-48D3-8238-A55B0336574E}"/>
              </a:ext>
            </a:extLst>
          </p:cNvPr>
          <p:cNvSpPr txBox="1"/>
          <p:nvPr/>
        </p:nvSpPr>
        <p:spPr>
          <a:xfrm>
            <a:off x="7753391" y="2920778"/>
            <a:ext cx="1097280" cy="27432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alpha val="10000"/>
              </a:schemeClr>
            </a:solidFill>
          </a:ln>
        </p:spPr>
        <p:txBody>
          <a:bodyPr wrap="square" lIns="0" rIns="0" bIns="91440" anchor="ctr">
            <a:noAutofit/>
          </a:bodyPr>
          <a:lstStyle/>
          <a:p>
            <a:pPr algn="ctr" rtl="1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20000"/>
            </a:pPr>
            <a:r>
              <a:rPr lang="ar-SA" sz="1000" dirty="0">
                <a:solidFill>
                  <a:schemeClr val="accent4">
                    <a:alpha val="50000"/>
                  </a:schemeClr>
                </a:solidFill>
                <a:latin typeface="SST Arabic" panose="020B0504030504020204" pitchFamily="34" charset="-78"/>
                <a:cs typeface="+mn-cs"/>
              </a:rPr>
              <a:t>1 سبتمبر  2026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7F053E2-0F03-4415-AB6B-55C6F53B218D}"/>
              </a:ext>
            </a:extLst>
          </p:cNvPr>
          <p:cNvSpPr txBox="1"/>
          <p:nvPr/>
        </p:nvSpPr>
        <p:spPr>
          <a:xfrm>
            <a:off x="5662328" y="2920778"/>
            <a:ext cx="1097280" cy="27432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alpha val="10000"/>
              </a:schemeClr>
            </a:solidFill>
          </a:ln>
        </p:spPr>
        <p:txBody>
          <a:bodyPr wrap="square" lIns="0" rIns="0" bIns="91440" anchor="ctr">
            <a:noAutofit/>
          </a:bodyPr>
          <a:lstStyle/>
          <a:p>
            <a:pPr algn="ctr" rtl="1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20000"/>
            </a:pPr>
            <a:r>
              <a:rPr lang="ar-SA" sz="1000" dirty="0">
                <a:solidFill>
                  <a:schemeClr val="accent4">
                    <a:alpha val="50000"/>
                  </a:schemeClr>
                </a:solidFill>
                <a:latin typeface="SST Arabic" panose="020B0504030504020204" pitchFamily="34" charset="-78"/>
                <a:cs typeface="+mn-cs"/>
              </a:rPr>
              <a:t>8 أكتوبر  2026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85DBE0C-9A00-4FF6-9EB1-3588CE954985}"/>
              </a:ext>
            </a:extLst>
          </p:cNvPr>
          <p:cNvGrpSpPr/>
          <p:nvPr/>
        </p:nvGrpSpPr>
        <p:grpSpPr>
          <a:xfrm>
            <a:off x="10920750" y="2962976"/>
            <a:ext cx="181274" cy="180742"/>
            <a:chOff x="10569459" y="6853771"/>
            <a:chExt cx="219950" cy="219304"/>
          </a:xfrm>
        </p:grpSpPr>
        <p:sp>
          <p:nvSpPr>
            <p:cNvPr id="78" name="Google Shape;817;p27">
              <a:extLst>
                <a:ext uri="{FF2B5EF4-FFF2-40B4-BE49-F238E27FC236}">
                  <a16:creationId xmlns:a16="http://schemas.microsoft.com/office/drawing/2014/main" id="{4F14FC17-71B9-4A60-9F03-8CAD16C1C894}"/>
                </a:ext>
              </a:extLst>
            </p:cNvPr>
            <p:cNvSpPr/>
            <p:nvPr/>
          </p:nvSpPr>
          <p:spPr>
            <a:xfrm>
              <a:off x="10569459" y="6853771"/>
              <a:ext cx="219950" cy="219304"/>
            </a:xfrm>
            <a:custGeom>
              <a:avLst/>
              <a:gdLst/>
              <a:ahLst/>
              <a:cxnLst/>
              <a:rect l="l" t="t" r="r" b="b"/>
              <a:pathLst>
                <a:path w="4437" h="4424" extrusionOk="0">
                  <a:moveTo>
                    <a:pt x="2219" y="1"/>
                  </a:moveTo>
                  <a:cubicBezTo>
                    <a:pt x="991" y="1"/>
                    <a:pt x="1" y="991"/>
                    <a:pt x="1" y="2205"/>
                  </a:cubicBezTo>
                  <a:cubicBezTo>
                    <a:pt x="1" y="3433"/>
                    <a:pt x="991" y="4423"/>
                    <a:pt x="2219" y="4423"/>
                  </a:cubicBezTo>
                  <a:cubicBezTo>
                    <a:pt x="3433" y="4423"/>
                    <a:pt x="4437" y="3433"/>
                    <a:pt x="4437" y="2205"/>
                  </a:cubicBezTo>
                  <a:cubicBezTo>
                    <a:pt x="4437" y="991"/>
                    <a:pt x="3433" y="1"/>
                    <a:pt x="22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000" dirty="0"/>
            </a:p>
          </p:txBody>
        </p:sp>
        <p:sp>
          <p:nvSpPr>
            <p:cNvPr id="79" name="Google Shape;818;p27">
              <a:extLst>
                <a:ext uri="{FF2B5EF4-FFF2-40B4-BE49-F238E27FC236}">
                  <a16:creationId xmlns:a16="http://schemas.microsoft.com/office/drawing/2014/main" id="{7C98A195-FA30-4906-8663-A4001AC37CFA}"/>
                </a:ext>
              </a:extLst>
            </p:cNvPr>
            <p:cNvSpPr/>
            <p:nvPr/>
          </p:nvSpPr>
          <p:spPr>
            <a:xfrm>
              <a:off x="10620514" y="6904054"/>
              <a:ext cx="117834" cy="117832"/>
            </a:xfrm>
            <a:custGeom>
              <a:avLst/>
              <a:gdLst/>
              <a:ahLst/>
              <a:cxnLst/>
              <a:rect l="l" t="t" r="r" b="b"/>
              <a:pathLst>
                <a:path w="2377" h="2377" extrusionOk="0">
                  <a:moveTo>
                    <a:pt x="2377" y="1188"/>
                  </a:moveTo>
                  <a:cubicBezTo>
                    <a:pt x="2377" y="1848"/>
                    <a:pt x="1849" y="2376"/>
                    <a:pt x="1189" y="2376"/>
                  </a:cubicBezTo>
                  <a:cubicBezTo>
                    <a:pt x="529" y="2376"/>
                    <a:pt x="1" y="1848"/>
                    <a:pt x="1" y="1188"/>
                  </a:cubicBezTo>
                  <a:cubicBezTo>
                    <a:pt x="1" y="528"/>
                    <a:pt x="529" y="0"/>
                    <a:pt x="1189" y="0"/>
                  </a:cubicBezTo>
                  <a:cubicBezTo>
                    <a:pt x="1849" y="0"/>
                    <a:pt x="2377" y="528"/>
                    <a:pt x="2377" y="11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000" dirty="0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D07D74E2-CDB9-4B4E-84E8-66B9CA674A0F}"/>
              </a:ext>
            </a:extLst>
          </p:cNvPr>
          <p:cNvGrpSpPr/>
          <p:nvPr/>
        </p:nvGrpSpPr>
        <p:grpSpPr>
          <a:xfrm>
            <a:off x="8760034" y="2962976"/>
            <a:ext cx="181274" cy="180742"/>
            <a:chOff x="10569459" y="6853771"/>
            <a:chExt cx="219950" cy="219304"/>
          </a:xfrm>
        </p:grpSpPr>
        <p:sp>
          <p:nvSpPr>
            <p:cNvPr id="81" name="Google Shape;817;p27">
              <a:extLst>
                <a:ext uri="{FF2B5EF4-FFF2-40B4-BE49-F238E27FC236}">
                  <a16:creationId xmlns:a16="http://schemas.microsoft.com/office/drawing/2014/main" id="{7BED487D-D60D-489C-BC71-6116D991ED2B}"/>
                </a:ext>
              </a:extLst>
            </p:cNvPr>
            <p:cNvSpPr/>
            <p:nvPr/>
          </p:nvSpPr>
          <p:spPr>
            <a:xfrm>
              <a:off x="10569459" y="6853771"/>
              <a:ext cx="219950" cy="219304"/>
            </a:xfrm>
            <a:custGeom>
              <a:avLst/>
              <a:gdLst/>
              <a:ahLst/>
              <a:cxnLst/>
              <a:rect l="l" t="t" r="r" b="b"/>
              <a:pathLst>
                <a:path w="4437" h="4424" extrusionOk="0">
                  <a:moveTo>
                    <a:pt x="2219" y="1"/>
                  </a:moveTo>
                  <a:cubicBezTo>
                    <a:pt x="991" y="1"/>
                    <a:pt x="1" y="991"/>
                    <a:pt x="1" y="2205"/>
                  </a:cubicBezTo>
                  <a:cubicBezTo>
                    <a:pt x="1" y="3433"/>
                    <a:pt x="991" y="4423"/>
                    <a:pt x="2219" y="4423"/>
                  </a:cubicBezTo>
                  <a:cubicBezTo>
                    <a:pt x="3433" y="4423"/>
                    <a:pt x="4437" y="3433"/>
                    <a:pt x="4437" y="2205"/>
                  </a:cubicBezTo>
                  <a:cubicBezTo>
                    <a:pt x="4437" y="991"/>
                    <a:pt x="3433" y="1"/>
                    <a:pt x="22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000" dirty="0"/>
            </a:p>
          </p:txBody>
        </p:sp>
        <p:sp>
          <p:nvSpPr>
            <p:cNvPr id="82" name="Google Shape;818;p27">
              <a:extLst>
                <a:ext uri="{FF2B5EF4-FFF2-40B4-BE49-F238E27FC236}">
                  <a16:creationId xmlns:a16="http://schemas.microsoft.com/office/drawing/2014/main" id="{961FBE51-698D-4422-B788-87D36FB63C07}"/>
                </a:ext>
              </a:extLst>
            </p:cNvPr>
            <p:cNvSpPr/>
            <p:nvPr/>
          </p:nvSpPr>
          <p:spPr>
            <a:xfrm>
              <a:off x="10620514" y="6904054"/>
              <a:ext cx="117834" cy="117832"/>
            </a:xfrm>
            <a:custGeom>
              <a:avLst/>
              <a:gdLst/>
              <a:ahLst/>
              <a:cxnLst/>
              <a:rect l="l" t="t" r="r" b="b"/>
              <a:pathLst>
                <a:path w="2377" h="2377" extrusionOk="0">
                  <a:moveTo>
                    <a:pt x="2377" y="1188"/>
                  </a:moveTo>
                  <a:cubicBezTo>
                    <a:pt x="2377" y="1848"/>
                    <a:pt x="1849" y="2376"/>
                    <a:pt x="1189" y="2376"/>
                  </a:cubicBezTo>
                  <a:cubicBezTo>
                    <a:pt x="529" y="2376"/>
                    <a:pt x="1" y="1848"/>
                    <a:pt x="1" y="1188"/>
                  </a:cubicBezTo>
                  <a:cubicBezTo>
                    <a:pt x="1" y="528"/>
                    <a:pt x="529" y="0"/>
                    <a:pt x="1189" y="0"/>
                  </a:cubicBezTo>
                  <a:cubicBezTo>
                    <a:pt x="1849" y="0"/>
                    <a:pt x="2377" y="528"/>
                    <a:pt x="2377" y="11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000" dirty="0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0EFECBF7-DD37-4620-9941-EA4C6B54D740}"/>
              </a:ext>
            </a:extLst>
          </p:cNvPr>
          <p:cNvGrpSpPr/>
          <p:nvPr/>
        </p:nvGrpSpPr>
        <p:grpSpPr>
          <a:xfrm>
            <a:off x="6668971" y="2961802"/>
            <a:ext cx="181274" cy="180742"/>
            <a:chOff x="10569459" y="6853771"/>
            <a:chExt cx="219950" cy="219304"/>
          </a:xfrm>
        </p:grpSpPr>
        <p:sp>
          <p:nvSpPr>
            <p:cNvPr id="84" name="Google Shape;817;p27">
              <a:extLst>
                <a:ext uri="{FF2B5EF4-FFF2-40B4-BE49-F238E27FC236}">
                  <a16:creationId xmlns:a16="http://schemas.microsoft.com/office/drawing/2014/main" id="{341A3E09-8435-4CD5-8B5A-31B479859AEA}"/>
                </a:ext>
              </a:extLst>
            </p:cNvPr>
            <p:cNvSpPr/>
            <p:nvPr/>
          </p:nvSpPr>
          <p:spPr>
            <a:xfrm>
              <a:off x="10569459" y="6853771"/>
              <a:ext cx="219950" cy="219304"/>
            </a:xfrm>
            <a:custGeom>
              <a:avLst/>
              <a:gdLst/>
              <a:ahLst/>
              <a:cxnLst/>
              <a:rect l="l" t="t" r="r" b="b"/>
              <a:pathLst>
                <a:path w="4437" h="4424" extrusionOk="0">
                  <a:moveTo>
                    <a:pt x="2219" y="1"/>
                  </a:moveTo>
                  <a:cubicBezTo>
                    <a:pt x="991" y="1"/>
                    <a:pt x="1" y="991"/>
                    <a:pt x="1" y="2205"/>
                  </a:cubicBezTo>
                  <a:cubicBezTo>
                    <a:pt x="1" y="3433"/>
                    <a:pt x="991" y="4423"/>
                    <a:pt x="2219" y="4423"/>
                  </a:cubicBezTo>
                  <a:cubicBezTo>
                    <a:pt x="3433" y="4423"/>
                    <a:pt x="4437" y="3433"/>
                    <a:pt x="4437" y="2205"/>
                  </a:cubicBezTo>
                  <a:cubicBezTo>
                    <a:pt x="4437" y="991"/>
                    <a:pt x="3433" y="1"/>
                    <a:pt x="22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000" dirty="0"/>
            </a:p>
          </p:txBody>
        </p:sp>
        <p:sp>
          <p:nvSpPr>
            <p:cNvPr id="85" name="Google Shape;818;p27">
              <a:extLst>
                <a:ext uri="{FF2B5EF4-FFF2-40B4-BE49-F238E27FC236}">
                  <a16:creationId xmlns:a16="http://schemas.microsoft.com/office/drawing/2014/main" id="{BD97FF89-A571-49E6-9B5F-2BCB6E5382B0}"/>
                </a:ext>
              </a:extLst>
            </p:cNvPr>
            <p:cNvSpPr/>
            <p:nvPr/>
          </p:nvSpPr>
          <p:spPr>
            <a:xfrm>
              <a:off x="10620514" y="6904054"/>
              <a:ext cx="117834" cy="117832"/>
            </a:xfrm>
            <a:custGeom>
              <a:avLst/>
              <a:gdLst/>
              <a:ahLst/>
              <a:cxnLst/>
              <a:rect l="l" t="t" r="r" b="b"/>
              <a:pathLst>
                <a:path w="2377" h="2377" extrusionOk="0">
                  <a:moveTo>
                    <a:pt x="2377" y="1188"/>
                  </a:moveTo>
                  <a:cubicBezTo>
                    <a:pt x="2377" y="1848"/>
                    <a:pt x="1849" y="2376"/>
                    <a:pt x="1189" y="2376"/>
                  </a:cubicBezTo>
                  <a:cubicBezTo>
                    <a:pt x="529" y="2376"/>
                    <a:pt x="1" y="1848"/>
                    <a:pt x="1" y="1188"/>
                  </a:cubicBezTo>
                  <a:cubicBezTo>
                    <a:pt x="1" y="528"/>
                    <a:pt x="529" y="0"/>
                    <a:pt x="1189" y="0"/>
                  </a:cubicBezTo>
                  <a:cubicBezTo>
                    <a:pt x="1849" y="0"/>
                    <a:pt x="2377" y="528"/>
                    <a:pt x="2377" y="11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000" dirty="0"/>
            </a:p>
          </p:txBody>
        </p:sp>
      </p:grp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AED2E672-077D-466B-9633-AF0EDEEFA5FF}"/>
              </a:ext>
            </a:extLst>
          </p:cNvPr>
          <p:cNvSpPr/>
          <p:nvPr/>
        </p:nvSpPr>
        <p:spPr>
          <a:xfrm>
            <a:off x="5211800" y="4403282"/>
            <a:ext cx="6012789" cy="1893462"/>
          </a:xfrm>
          <a:prstGeom prst="roundRect">
            <a:avLst>
              <a:gd name="adj" fmla="val 3781"/>
            </a:avLst>
          </a:prstGeom>
          <a:solidFill>
            <a:schemeClr val="accent4"/>
          </a:solidFill>
          <a:ln w="158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algn="justLow" rtl="1">
              <a:lnSpc>
                <a:spcPct val="150000"/>
              </a:lnSpc>
            </a:pPr>
            <a:endParaRPr lang="ar-SA" sz="1050">
              <a:solidFill>
                <a:schemeClr val="accent4"/>
              </a:solidFill>
              <a:latin typeface="☞DIODRUM ARABIC SEMIBOLD" panose="00000700000000000000" pitchFamily="2" charset="-78"/>
              <a:cs typeface="☞DIODRUM ARABIC SEMIBOLD" panose="00000700000000000000" pitchFamily="2" charset="-78"/>
            </a:endParaRP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8E686390-BFE8-4F2A-AB8C-B7217AF11DA7}"/>
              </a:ext>
            </a:extLst>
          </p:cNvPr>
          <p:cNvSpPr/>
          <p:nvPr/>
        </p:nvSpPr>
        <p:spPr>
          <a:xfrm>
            <a:off x="5275381" y="4434811"/>
            <a:ext cx="5885199" cy="1830034"/>
          </a:xfrm>
          <a:prstGeom prst="roundRect">
            <a:avLst>
              <a:gd name="adj" fmla="val 3781"/>
            </a:avLst>
          </a:prstGeom>
          <a:solidFill>
            <a:schemeClr val="bg1"/>
          </a:solidFill>
          <a:ln w="15875">
            <a:noFill/>
          </a:ln>
          <a:effectLst>
            <a:outerShdw blurRad="1905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algn="justLow" rtl="1">
              <a:lnSpc>
                <a:spcPct val="150000"/>
              </a:lnSpc>
            </a:pPr>
            <a:endParaRPr lang="ar-SA" sz="1050">
              <a:solidFill>
                <a:schemeClr val="accent4"/>
              </a:solidFill>
              <a:latin typeface="☞DIODRUM ARABIC SEMIBOLD" panose="00000700000000000000" pitchFamily="2" charset="-78"/>
              <a:cs typeface="☞DIODRUM ARABIC SEMIBOLD" panose="00000700000000000000" pitchFamily="2" charset="-78"/>
            </a:endParaRPr>
          </a:p>
        </p:txBody>
      </p:sp>
      <p:sp>
        <p:nvSpPr>
          <p:cNvPr id="91" name="Text 61">
            <a:extLst>
              <a:ext uri="{FF2B5EF4-FFF2-40B4-BE49-F238E27FC236}">
                <a16:creationId xmlns:a16="http://schemas.microsoft.com/office/drawing/2014/main" id="{5C1AD92A-0C0F-4F5E-AAAD-7CEF9F2C8B44}"/>
              </a:ext>
            </a:extLst>
          </p:cNvPr>
          <p:cNvSpPr/>
          <p:nvPr/>
        </p:nvSpPr>
        <p:spPr>
          <a:xfrm>
            <a:off x="4679959" y="4477110"/>
            <a:ext cx="6451457" cy="449521"/>
          </a:xfrm>
          <a:prstGeom prst="roundRect">
            <a:avLst>
              <a:gd name="adj" fmla="val 12133"/>
            </a:avLst>
          </a:prstGeom>
          <a:gradFill flip="none" rotWithShape="1">
            <a:gsLst>
              <a:gs pos="3000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0" scaled="1"/>
            <a:tileRect/>
          </a:gradFill>
          <a:ln/>
        </p:spPr>
        <p:txBody>
          <a:bodyPr wrap="square" lIns="914400" tIns="25400" rIns="91440" bIns="25400" rtlCol="0" anchor="ctr">
            <a:noAutofit/>
          </a:bodyPr>
          <a:lstStyle/>
          <a:p>
            <a:pPr marL="0" marR="0" lvl="0" indent="0" algn="justLow" defTabSz="914400" rtl="1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6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☞DIODRUM ARABIC SEMIBOLD" pitchFamily="2" charset="-78"/>
                <a:cs typeface="☞DIODRUM ARABIC SEMIBOLD" pitchFamily="2" charset="-78"/>
              </a:rPr>
              <a:t>الملفات الداعة 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☞DIODRUM ARABIC SEMIBOLD" pitchFamily="2" charset="-78"/>
              <a:cs typeface="☞DIODRUM ARABIC SEMIBOLD" pitchFamily="2" charset="-78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A995455-BF61-44A3-9B9E-70D8ED7D0C62}"/>
              </a:ext>
            </a:extLst>
          </p:cNvPr>
          <p:cNvSpPr txBox="1"/>
          <p:nvPr/>
        </p:nvSpPr>
        <p:spPr>
          <a:xfrm>
            <a:off x="9271532" y="5065979"/>
            <a:ext cx="1866788" cy="81067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20000"/>
            </a:pPr>
            <a:r>
              <a:rPr lang="ar-SA" sz="1050" b="1" dirty="0">
                <a:solidFill>
                  <a:srgbClr val="159162">
                    <a:alpha val="50000"/>
                  </a:srgbClr>
                </a:solidFill>
                <a:cs typeface="+mn-cs"/>
              </a:rPr>
              <a:t>فيديو تعريفي  :</a:t>
            </a:r>
            <a:br>
              <a:rPr lang="ar-SA" sz="11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</a:br>
            <a:r>
              <a:rPr lang="ar-SA" sz="11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  <a:t>فيديو يعرف بالمبادرة وأبرز نتائجها وأثرها </a:t>
            </a:r>
            <a:endParaRPr lang="ar-SA" sz="1100" dirty="0">
              <a:solidFill>
                <a:schemeClr val="accent4">
                  <a:alpha val="50000"/>
                </a:schemeClr>
              </a:solidFill>
              <a:latin typeface="SST Arabic" panose="020B0504030504020204" pitchFamily="34" charset="-78"/>
              <a:cs typeface="+mn-cs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E2A6EE9-9D19-4545-91C4-83BBD7E33FB4}"/>
              </a:ext>
            </a:extLst>
          </p:cNvPr>
          <p:cNvSpPr txBox="1"/>
          <p:nvPr/>
        </p:nvSpPr>
        <p:spPr>
          <a:xfrm>
            <a:off x="7439684" y="5062931"/>
            <a:ext cx="1866788" cy="81067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20000"/>
            </a:pPr>
            <a:r>
              <a:rPr lang="ar-SA" sz="1050" b="1" dirty="0">
                <a:solidFill>
                  <a:srgbClr val="159162">
                    <a:alpha val="50000"/>
                  </a:srgbClr>
                </a:solidFill>
                <a:cs typeface="+mn-cs"/>
              </a:rPr>
              <a:t>عرض تعريفي  :</a:t>
            </a:r>
            <a:br>
              <a:rPr lang="ar-SA" sz="11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</a:br>
            <a:r>
              <a:rPr lang="ar-SA" sz="11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  <a:t>عرض تعريفي يوضح المبادرة ونموذجها ونتائجها </a:t>
            </a:r>
            <a:endParaRPr lang="ar-SA" sz="1100" dirty="0">
              <a:solidFill>
                <a:schemeClr val="accent4">
                  <a:alpha val="50000"/>
                </a:schemeClr>
              </a:solidFill>
              <a:latin typeface="SST Arabic" panose="020B0504030504020204" pitchFamily="34" charset="-78"/>
              <a:cs typeface="+mn-cs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A692C47-46DE-4A95-973A-EDBDE171F819}"/>
              </a:ext>
            </a:extLst>
          </p:cNvPr>
          <p:cNvSpPr txBox="1"/>
          <p:nvPr/>
        </p:nvSpPr>
        <p:spPr>
          <a:xfrm>
            <a:off x="5525540" y="5078171"/>
            <a:ext cx="1866788" cy="81067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 rtl="1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20000"/>
            </a:pPr>
            <a:r>
              <a:rPr lang="ar-SA" sz="1050" b="1" dirty="0">
                <a:solidFill>
                  <a:srgbClr val="159162">
                    <a:alpha val="50000"/>
                  </a:srgbClr>
                </a:solidFill>
                <a:cs typeface="+mn-cs"/>
              </a:rPr>
              <a:t>ملف الاجابة على الأسئلة :</a:t>
            </a:r>
            <a:br>
              <a:rPr lang="ar-SA" sz="11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</a:br>
            <a:r>
              <a:rPr lang="ar-SA" sz="11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  <a:t>ملف المشاركة الرئيسي واجابات متطلبات ونموذج الجائزة </a:t>
            </a:r>
            <a:endParaRPr lang="ar-SA" sz="1100" dirty="0">
              <a:solidFill>
                <a:schemeClr val="accent4">
                  <a:alpha val="50000"/>
                </a:schemeClr>
              </a:solidFill>
              <a:latin typeface="SST Arabic" panose="020B0504030504020204" pitchFamily="34" charset="-78"/>
              <a:cs typeface="+mn-cs"/>
            </a:endParaRPr>
          </a:p>
        </p:txBody>
      </p:sp>
      <p:sp>
        <p:nvSpPr>
          <p:cNvPr id="39" name="Title 35">
            <a:extLst>
              <a:ext uri="{FF2B5EF4-FFF2-40B4-BE49-F238E27FC236}">
                <a16:creationId xmlns:a16="http://schemas.microsoft.com/office/drawing/2014/main" id="{C0053E06-78A0-402E-9554-534AC0EA73AB}"/>
              </a:ext>
            </a:extLst>
          </p:cNvPr>
          <p:cNvSpPr txBox="1">
            <a:spLocks/>
          </p:cNvSpPr>
          <p:nvPr/>
        </p:nvSpPr>
        <p:spPr>
          <a:xfrm>
            <a:off x="639778" y="220142"/>
            <a:ext cx="10515600" cy="60318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r" defTabSz="914332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4"/>
                </a:solidFill>
                <a:latin typeface="DiodrumArabic-Bold" panose="00000800000000000000" pitchFamily="2" charset="-78"/>
                <a:ea typeface="+mj-ea"/>
                <a:cs typeface="DiodrumArabic-Bold" panose="00000800000000000000" pitchFamily="2" charset="-78"/>
              </a:defRPr>
            </a:lvl1pPr>
          </a:lstStyle>
          <a:p>
            <a:pPr>
              <a:buClrTx/>
              <a:buFontTx/>
            </a:pPr>
            <a:r>
              <a:rPr lang="ar-SA" dirty="0">
                <a:solidFill>
                  <a:schemeClr val="accent2">
                    <a:lumMod val="75000"/>
                  </a:schemeClr>
                </a:solidFill>
              </a:rPr>
              <a:t>2.3</a:t>
            </a:r>
            <a:r>
              <a:rPr lang="ar-SA" dirty="0"/>
              <a:t> جائزة الحكومة الرقمية لدول مجلس التعاون لدول الخليج العربية 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081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loreFooter">
            <a:extLst>
              <a:ext uri="{FF2B5EF4-FFF2-40B4-BE49-F238E27FC236}">
                <a16:creationId xmlns:a16="http://schemas.microsoft.com/office/drawing/2014/main" id="{6CC517B5-B24D-4177-9328-EED9BBDA23E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464617"/>
            <a:ext cx="12192000" cy="281378"/>
          </a:xfrm>
        </p:spPr>
        <p:txBody>
          <a:bodyPr/>
          <a:lstStyle/>
          <a:p>
            <a:pPr defTabSz="812810">
              <a:buClrTx/>
            </a:pPr>
            <a:r>
              <a:rPr lang="en-US" sz="1200" kern="1200">
                <a:ea typeface="+mn-ea"/>
              </a:rPr>
              <a:t>Restricted - </a:t>
            </a:r>
            <a:r>
              <a:rPr lang="ar-SA" sz="1200" kern="1200">
                <a:ea typeface="+mn-ea"/>
              </a:rPr>
              <a:t>مقيد</a:t>
            </a:r>
            <a:endParaRPr lang="en-US" sz="1200" kern="1200">
              <a:ea typeface="+mn-ea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063337B-499E-402F-9062-2D1A3D46A0CE}"/>
              </a:ext>
            </a:extLst>
          </p:cNvPr>
          <p:cNvSpPr txBox="1"/>
          <p:nvPr/>
        </p:nvSpPr>
        <p:spPr>
          <a:xfrm>
            <a:off x="8533900" y="1468899"/>
            <a:ext cx="1519648" cy="3847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 defTabSz="812810" rtl="1">
              <a:buClrTx/>
            </a:pPr>
            <a:r>
              <a:rPr lang="ar-SA" sz="2500" kern="1200" dirty="0">
                <a:solidFill>
                  <a:prstClr val="white"/>
                </a:solidFill>
                <a:latin typeface="DiodrumArabic-Bold"/>
                <a:ea typeface="DiodrumArabic-Bold"/>
                <a:cs typeface="DiodrumArabic-Bold"/>
              </a:rPr>
              <a:t>شكراً لكــم  </a:t>
            </a:r>
          </a:p>
        </p:txBody>
      </p:sp>
    </p:spTree>
    <p:extLst>
      <p:ext uri="{BB962C8B-B14F-4D97-AF65-F5344CB8AC3E}">
        <p14:creationId xmlns:p14="http://schemas.microsoft.com/office/powerpoint/2010/main" val="3208658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4DC46F29-BFFB-4522-87F9-6CE277B5381C}"/>
              </a:ext>
            </a:extLst>
          </p:cNvPr>
          <p:cNvSpPr/>
          <p:nvPr/>
        </p:nvSpPr>
        <p:spPr>
          <a:xfrm>
            <a:off x="1375531" y="1420157"/>
            <a:ext cx="10592075" cy="987552"/>
          </a:xfrm>
          <a:prstGeom prst="roundRect">
            <a:avLst/>
          </a:prstGeom>
          <a:gradFill>
            <a:gsLst>
              <a:gs pos="0">
                <a:srgbClr val="1D164B"/>
              </a:gs>
              <a:gs pos="90000">
                <a:srgbClr val="3B2D8A"/>
              </a:gs>
            </a:gsLst>
            <a:lin ang="2700000" scaled="1"/>
          </a:gradFill>
          <a:ln w="12700">
            <a:noFill/>
          </a:ln>
          <a:effectLst>
            <a:outerShdw blurRad="190500" algn="tl" rotWithShape="0">
              <a:prstClr val="black">
                <a:alpha val="15000"/>
              </a:prstClr>
            </a:outerShdw>
          </a:effectLst>
        </p:spPr>
        <p:txBody>
          <a:bodyPr wrap="square" tIns="0" rIns="640080" bIns="45720" anchor="ctr">
            <a:noAutofit/>
          </a:bodyPr>
          <a:lstStyle/>
          <a:p>
            <a:pPr algn="r" rtl="1">
              <a:lnSpc>
                <a:spcPct val="120000"/>
              </a:lnSpc>
            </a:pPr>
            <a:endParaRPr lang="ar-SA" sz="900" dirty="0">
              <a:solidFill>
                <a:schemeClr val="accent4"/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36" name="Title 35">
            <a:extLst>
              <a:ext uri="{FF2B5EF4-FFF2-40B4-BE49-F238E27FC236}">
                <a16:creationId xmlns:a16="http://schemas.microsoft.com/office/drawing/2014/main" id="{E545E292-BF3E-A8FF-2389-8318FE576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436" y="154155"/>
            <a:ext cx="10515600" cy="603180"/>
          </a:xfrm>
        </p:spPr>
        <p:txBody>
          <a:bodyPr/>
          <a:lstStyle/>
          <a:p>
            <a:r>
              <a:rPr lang="ar-SA" dirty="0">
                <a:solidFill>
                  <a:schemeClr val="accent2">
                    <a:lumMod val="75000"/>
                  </a:schemeClr>
                </a:solidFill>
              </a:rPr>
              <a:t>1.1</a:t>
            </a:r>
            <a:r>
              <a:rPr lang="ar-SA" dirty="0"/>
              <a:t> المنجزات</a:t>
            </a:r>
            <a:endParaRPr lang="en-US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B2E664A-AF98-B66C-DA5F-0B513761F0C9}"/>
              </a:ext>
            </a:extLst>
          </p:cNvPr>
          <p:cNvCxnSpPr>
            <a:cxnSpLocks/>
          </p:cNvCxnSpPr>
          <p:nvPr/>
        </p:nvCxnSpPr>
        <p:spPr>
          <a:xfrm flipH="1">
            <a:off x="379851" y="796402"/>
            <a:ext cx="11448955" cy="0"/>
          </a:xfrm>
          <a:prstGeom prst="line">
            <a:avLst/>
          </a:prstGeom>
          <a:ln w="28575">
            <a:gradFill flip="none" rotWithShape="1">
              <a:gsLst>
                <a:gs pos="100000">
                  <a:schemeClr val="accent2"/>
                </a:gs>
                <a:gs pos="0">
                  <a:schemeClr val="accent3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92EA03-53D2-4479-8841-E541579E9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7420" y="6498731"/>
            <a:ext cx="467734" cy="206790"/>
          </a:xfrm>
        </p:spPr>
        <p:txBody>
          <a:bodyPr/>
          <a:lstStyle/>
          <a:p>
            <a:fld id="{679EF615-E246-4FA6-9E75-123AAEB83405}" type="slidenum">
              <a:rPr lang="en-PH" smtClean="0"/>
              <a:pPr/>
              <a:t>5</a:t>
            </a:fld>
            <a:endParaRPr lang="en-PH" dirty="0"/>
          </a:p>
        </p:txBody>
      </p:sp>
      <p:sp>
        <p:nvSpPr>
          <p:cNvPr id="68" name="Text 6">
            <a:extLst>
              <a:ext uri="{FF2B5EF4-FFF2-40B4-BE49-F238E27FC236}">
                <a16:creationId xmlns:a16="http://schemas.microsoft.com/office/drawing/2014/main" id="{D26C82EF-055B-4F23-A654-3219F51D7155}"/>
              </a:ext>
            </a:extLst>
          </p:cNvPr>
          <p:cNvSpPr txBox="1"/>
          <p:nvPr/>
        </p:nvSpPr>
        <p:spPr>
          <a:xfrm>
            <a:off x="8615829" y="1586538"/>
            <a:ext cx="304861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 rtl="1">
              <a:buNone/>
            </a:pPr>
            <a:r>
              <a:rPr lang="en-US" sz="1200" kern="0" dirty="0" err="1">
                <a:solidFill>
                  <a:schemeClr val="bg1"/>
                </a:solidFill>
                <a:latin typeface="☞DIODRUM ARABIC SEMIBOLD" pitchFamily="2" charset="-78"/>
                <a:ea typeface="Tajawal" pitchFamily="34" charset="-122"/>
                <a:cs typeface="☞DIODRUM ARABIC SEMIBOLD" pitchFamily="2" charset="-78"/>
              </a:rPr>
              <a:t>إجمالي</a:t>
            </a:r>
            <a:r>
              <a:rPr lang="en-US" sz="1200" kern="0" dirty="0">
                <a:solidFill>
                  <a:schemeClr val="bg1"/>
                </a:solidFill>
                <a:latin typeface="☞DIODRUM ARABIC SEMIBOLD" pitchFamily="2" charset="-78"/>
                <a:ea typeface="Tajawal" pitchFamily="34" charset="-122"/>
                <a:cs typeface="☞DIODRUM ARABIC SEMIBOLD" pitchFamily="2" charset="-78"/>
              </a:rPr>
              <a:t> </a:t>
            </a:r>
            <a:r>
              <a:rPr lang="en-US" sz="1200" kern="0" dirty="0" err="1">
                <a:solidFill>
                  <a:schemeClr val="bg1"/>
                </a:solidFill>
                <a:latin typeface="☞DIODRUM ARABIC SEMIBOLD" pitchFamily="2" charset="-78"/>
                <a:ea typeface="Tajawal" pitchFamily="34" charset="-122"/>
                <a:cs typeface="☞DIODRUM ARABIC SEMIBOLD" pitchFamily="2" charset="-78"/>
              </a:rPr>
              <a:t>المستفيدين</a:t>
            </a:r>
            <a:endParaRPr lang="en-US" sz="1200" dirty="0">
              <a:solidFill>
                <a:schemeClr val="bg1"/>
              </a:solidFill>
              <a:latin typeface="☞DIODRUM ARABIC SEMIBOLD" pitchFamily="2" charset="-78"/>
              <a:cs typeface="☞DIODRUM ARABIC SEMIBOLD" pitchFamily="2" charset="-78"/>
            </a:endParaRPr>
          </a:p>
        </p:txBody>
      </p:sp>
      <p:sp>
        <p:nvSpPr>
          <p:cNvPr id="89" name="Text 7">
            <a:extLst>
              <a:ext uri="{FF2B5EF4-FFF2-40B4-BE49-F238E27FC236}">
                <a16:creationId xmlns:a16="http://schemas.microsoft.com/office/drawing/2014/main" id="{96357DC6-A5B8-4872-B81C-889E4A3B44BA}"/>
              </a:ext>
            </a:extLst>
          </p:cNvPr>
          <p:cNvSpPr txBox="1"/>
          <p:nvPr/>
        </p:nvSpPr>
        <p:spPr>
          <a:xfrm>
            <a:off x="9040709" y="1964732"/>
            <a:ext cx="179387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r" rtl="1">
              <a:buNone/>
              <a:defRPr sz="1200">
                <a:solidFill>
                  <a:schemeClr val="bg1">
                    <a:alpha val="65000"/>
                  </a:schemeClr>
                </a:solidFill>
                <a:latin typeface="DiodrumArabic-Bold" panose="00000800000000000000" pitchFamily="2" charset="-78"/>
                <a:ea typeface="Tajawal" pitchFamily="34" charset="-122"/>
                <a:cs typeface="DiodrumArabic-Bold" panose="00000800000000000000" pitchFamily="2" charset="-78"/>
              </a:defRPr>
            </a:lvl1pPr>
          </a:lstStyle>
          <a:p>
            <a:r>
              <a:rPr lang="en-US" sz="1100" dirty="0" err="1"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مستفيد</a:t>
            </a:r>
            <a:r>
              <a:rPr lang="en-US" sz="1100" dirty="0"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 </a:t>
            </a:r>
            <a:r>
              <a:rPr lang="ar-SA" sz="1100" dirty="0"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حتى أغسطس 2026</a:t>
            </a:r>
            <a:endParaRPr lang="en-US" sz="1100" dirty="0"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91" name="Text 8">
            <a:extLst>
              <a:ext uri="{FF2B5EF4-FFF2-40B4-BE49-F238E27FC236}">
                <a16:creationId xmlns:a16="http://schemas.microsoft.com/office/drawing/2014/main" id="{BA9160DF-2A32-4CA5-98C5-332ED2AAB71E}"/>
              </a:ext>
            </a:extLst>
          </p:cNvPr>
          <p:cNvSpPr txBox="1"/>
          <p:nvPr/>
        </p:nvSpPr>
        <p:spPr>
          <a:xfrm>
            <a:off x="10310302" y="1760632"/>
            <a:ext cx="1374343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 rtl="1">
              <a:buNone/>
            </a:pPr>
            <a:r>
              <a:rPr lang="en-US" sz="3600" dirty="0">
                <a:solidFill>
                  <a:schemeClr val="accent2"/>
                </a:solidFill>
                <a:latin typeface="DiodrumArabic-Bold" panose="00000800000000000000" pitchFamily="2" charset="-78"/>
                <a:ea typeface="Tajawal" pitchFamily="34" charset="-122"/>
                <a:cs typeface="DiodrumArabic-Bold" panose="00000800000000000000" pitchFamily="2" charset="-78"/>
              </a:rPr>
              <a:t>1273</a:t>
            </a:r>
            <a:endParaRPr lang="en-US" sz="3600" dirty="0">
              <a:solidFill>
                <a:schemeClr val="accent2"/>
              </a:solidFill>
              <a:latin typeface="DiodrumArabic-Bold" panose="00000800000000000000" pitchFamily="2" charset="-78"/>
              <a:cs typeface="DiodrumArabic-Bold" panose="00000800000000000000" pitchFamily="2" charset="-78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E078A9E-4CE5-4193-A897-39F145C94209}"/>
              </a:ext>
            </a:extLst>
          </p:cNvPr>
          <p:cNvCxnSpPr>
            <a:cxnSpLocks/>
          </p:cNvCxnSpPr>
          <p:nvPr/>
        </p:nvCxnSpPr>
        <p:spPr>
          <a:xfrm flipV="1">
            <a:off x="8874175" y="1628268"/>
            <a:ext cx="0" cy="640080"/>
          </a:xfrm>
          <a:prstGeom prst="line">
            <a:avLst/>
          </a:prstGeom>
          <a:noFill/>
          <a:ln w="15875" cap="rnd" cmpd="sng" algn="ctr">
            <a:solidFill>
              <a:schemeClr val="bg1">
                <a:alpha val="50000"/>
              </a:schemeClr>
            </a:solidFill>
            <a:prstDash val="solid"/>
            <a:round/>
          </a:ln>
          <a:effectLst/>
        </p:spPr>
      </p:cxnSp>
      <p:sp>
        <p:nvSpPr>
          <p:cNvPr id="94" name="Text 9">
            <a:extLst>
              <a:ext uri="{FF2B5EF4-FFF2-40B4-BE49-F238E27FC236}">
                <a16:creationId xmlns:a16="http://schemas.microsoft.com/office/drawing/2014/main" id="{B9FC14F6-BEC1-40B0-B051-3CC4C9959751}"/>
              </a:ext>
            </a:extLst>
          </p:cNvPr>
          <p:cNvSpPr txBox="1"/>
          <p:nvPr/>
        </p:nvSpPr>
        <p:spPr>
          <a:xfrm>
            <a:off x="5390144" y="1575634"/>
            <a:ext cx="3238805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 rtl="1">
              <a:buNone/>
            </a:pPr>
            <a:r>
              <a:rPr lang="ar-SA" sz="1200" kern="0" dirty="0">
                <a:solidFill>
                  <a:schemeClr val="bg1"/>
                </a:solidFill>
                <a:latin typeface="☞DIODRUM ARABIC SEMIBOLD" pitchFamily="2" charset="-78"/>
                <a:ea typeface="Tajawal" pitchFamily="34" charset="-122"/>
                <a:cs typeface="☞DIODRUM ARABIC SEMIBOLD" pitchFamily="2" charset="-78"/>
              </a:rPr>
              <a:t>إجمالي البرامج وورش العمل </a:t>
            </a:r>
            <a:endParaRPr lang="en-US" sz="1200" dirty="0">
              <a:solidFill>
                <a:schemeClr val="bg1"/>
              </a:solidFill>
              <a:latin typeface="☞DIODRUM ARABIC SEMIBOLD" pitchFamily="2" charset="-78"/>
              <a:cs typeface="☞DIODRUM ARABIC SEMIBOLD" pitchFamily="2" charset="-78"/>
            </a:endParaRPr>
          </a:p>
        </p:txBody>
      </p:sp>
      <p:sp>
        <p:nvSpPr>
          <p:cNvPr id="96" name="Text 11">
            <a:extLst>
              <a:ext uri="{FF2B5EF4-FFF2-40B4-BE49-F238E27FC236}">
                <a16:creationId xmlns:a16="http://schemas.microsoft.com/office/drawing/2014/main" id="{5F3F62D7-8774-41EF-A50D-3547A8E29C1A}"/>
              </a:ext>
            </a:extLst>
          </p:cNvPr>
          <p:cNvSpPr txBox="1"/>
          <p:nvPr/>
        </p:nvSpPr>
        <p:spPr>
          <a:xfrm>
            <a:off x="7750602" y="1793681"/>
            <a:ext cx="833018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 rtl="1">
              <a:buNone/>
            </a:pPr>
            <a:r>
              <a:rPr lang="en-US" sz="4000" dirty="0">
                <a:solidFill>
                  <a:schemeClr val="accent5"/>
                </a:solidFill>
                <a:latin typeface="DiodrumArabic-Bold" panose="00000800000000000000" pitchFamily="2" charset="-78"/>
                <a:ea typeface="Tajawal" pitchFamily="34" charset="-122"/>
                <a:cs typeface="DiodrumArabic-Bold" panose="00000800000000000000" pitchFamily="2" charset="-78"/>
              </a:rPr>
              <a:t>54</a:t>
            </a:r>
            <a:endParaRPr lang="en-US" sz="4000" dirty="0">
              <a:solidFill>
                <a:schemeClr val="accent5"/>
              </a:solidFill>
              <a:latin typeface="DiodrumArabic-Bold" panose="00000800000000000000" pitchFamily="2" charset="-78"/>
              <a:cs typeface="DiodrumArabic-Bold" panose="00000800000000000000" pitchFamily="2" charset="-78"/>
            </a:endParaRP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40882AD-4A21-4BB4-B7BE-AEC48A197751}"/>
              </a:ext>
            </a:extLst>
          </p:cNvPr>
          <p:cNvGrpSpPr/>
          <p:nvPr/>
        </p:nvGrpSpPr>
        <p:grpSpPr>
          <a:xfrm>
            <a:off x="8267699" y="4678854"/>
            <a:ext cx="3416969" cy="1429176"/>
            <a:chOff x="8445526" y="3071670"/>
            <a:chExt cx="3383280" cy="3305393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CFE171BD-3034-4064-A0A3-38DEE229FE97}"/>
                </a:ext>
              </a:extLst>
            </p:cNvPr>
            <p:cNvSpPr/>
            <p:nvPr/>
          </p:nvSpPr>
          <p:spPr>
            <a:xfrm>
              <a:off x="8445526" y="3071670"/>
              <a:ext cx="3383280" cy="2468881"/>
            </a:xfrm>
            <a:prstGeom prst="roundRect">
              <a:avLst>
                <a:gd name="adj" fmla="val 3781"/>
              </a:avLst>
            </a:prstGeom>
            <a:solidFill>
              <a:schemeClr val="accent4"/>
            </a:solidFill>
            <a:ln w="1587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algn="justLow" rtl="1">
                <a:lnSpc>
                  <a:spcPct val="150000"/>
                </a:lnSpc>
              </a:pPr>
              <a:endParaRPr lang="ar-SA" sz="105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endParaRPr>
            </a:p>
          </p:txBody>
        </p:sp>
        <p:sp>
          <p:nvSpPr>
            <p:cNvPr id="117" name="Rectangle: Rounded Corners 116">
              <a:extLst>
                <a:ext uri="{FF2B5EF4-FFF2-40B4-BE49-F238E27FC236}">
                  <a16:creationId xmlns:a16="http://schemas.microsoft.com/office/drawing/2014/main" id="{889F7306-80E4-48A3-8D51-696338C1562C}"/>
                </a:ext>
              </a:extLst>
            </p:cNvPr>
            <p:cNvSpPr/>
            <p:nvPr/>
          </p:nvSpPr>
          <p:spPr>
            <a:xfrm>
              <a:off x="8445526" y="3118817"/>
              <a:ext cx="3383280" cy="3258246"/>
            </a:xfrm>
            <a:prstGeom prst="roundRect">
              <a:avLst>
                <a:gd name="adj" fmla="val 3781"/>
              </a:avLst>
            </a:prstGeom>
            <a:solidFill>
              <a:schemeClr val="bg1"/>
            </a:solidFill>
            <a:ln w="15875">
              <a:noFill/>
            </a:ln>
            <a:effectLst>
              <a:outerShdw blurRad="1905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algn="justLow" rtl="1">
                <a:lnSpc>
                  <a:spcPct val="150000"/>
                </a:lnSpc>
              </a:pPr>
              <a:endParaRPr lang="ar-SA" sz="105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endParaRPr>
            </a:p>
          </p:txBody>
        </p:sp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6007AB5C-4E78-46FF-876C-B0A2AC9ACEF8}"/>
              </a:ext>
            </a:extLst>
          </p:cNvPr>
          <p:cNvSpPr txBox="1"/>
          <p:nvPr/>
        </p:nvSpPr>
        <p:spPr>
          <a:xfrm>
            <a:off x="10479511" y="4933603"/>
            <a:ext cx="1167650" cy="948432"/>
          </a:xfrm>
          <a:prstGeom prst="roundRect">
            <a:avLst>
              <a:gd name="adj" fmla="val 7882"/>
            </a:avLst>
          </a:prstGeom>
          <a:noFill/>
          <a:ln w="12700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3200" dirty="0">
                <a:solidFill>
                  <a:srgbClr val="002060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142</a:t>
            </a:r>
            <a:br>
              <a:rPr lang="ar-SA" sz="20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</a:br>
            <a:r>
              <a:rPr lang="ar-SA" sz="100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مستفيد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F987E19-26E3-4CFA-B3F6-E3DB54E21F8E}"/>
              </a:ext>
            </a:extLst>
          </p:cNvPr>
          <p:cNvSpPr txBox="1"/>
          <p:nvPr/>
        </p:nvSpPr>
        <p:spPr>
          <a:xfrm>
            <a:off x="9528329" y="5021695"/>
            <a:ext cx="1097557" cy="782169"/>
          </a:xfrm>
          <a:prstGeom prst="roundRect">
            <a:avLst>
              <a:gd name="adj" fmla="val 6656"/>
            </a:avLst>
          </a:prstGeom>
          <a:noFill/>
          <a:ln w="15875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3600" dirty="0">
                <a:solidFill>
                  <a:schemeClr val="accent2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5</a:t>
            </a:r>
            <a:br>
              <a:rPr lang="ar-SA" sz="3200" dirty="0">
                <a:solidFill>
                  <a:schemeClr val="accent4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</a:br>
            <a:r>
              <a:rPr lang="ar-SA" sz="120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برامج وورش 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246785D6-7BEE-466F-B047-53B85FB6FBC4}"/>
              </a:ext>
            </a:extLst>
          </p:cNvPr>
          <p:cNvGrpSpPr/>
          <p:nvPr/>
        </p:nvGrpSpPr>
        <p:grpSpPr>
          <a:xfrm>
            <a:off x="8526702" y="5112455"/>
            <a:ext cx="955437" cy="706528"/>
            <a:chOff x="8239353" y="2813038"/>
            <a:chExt cx="1056003" cy="1247117"/>
          </a:xfrm>
        </p:grpSpPr>
        <p:sp>
          <p:nvSpPr>
            <p:cNvPr id="126" name="Text 6">
              <a:extLst>
                <a:ext uri="{FF2B5EF4-FFF2-40B4-BE49-F238E27FC236}">
                  <a16:creationId xmlns:a16="http://schemas.microsoft.com/office/drawing/2014/main" id="{20680B88-BDD7-405F-9C98-FE7B84CC646C}"/>
                </a:ext>
              </a:extLst>
            </p:cNvPr>
            <p:cNvSpPr/>
            <p:nvPr/>
          </p:nvSpPr>
          <p:spPr>
            <a:xfrm>
              <a:off x="8239353" y="2813038"/>
              <a:ext cx="1056003" cy="516572"/>
            </a:xfrm>
            <a:prstGeom prst="roundRect">
              <a:avLst/>
            </a:prstGeom>
            <a:noFill/>
            <a:ln w="15875">
              <a:solidFill>
                <a:schemeClr val="accent4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45720" tIns="0" rIns="45720" bIns="0" rtlCol="0" anchor="ctr"/>
            <a:lstStyle/>
            <a:p>
              <a:pPr algn="ctr" rtl="1"/>
              <a:r>
                <a:rPr lang="ar-SA" sz="1050" dirty="0">
                  <a:solidFill>
                    <a:schemeClr val="accent4"/>
                  </a:solidFill>
                  <a:latin typeface="DiodrumArabic-Bold" panose="00000800000000000000" pitchFamily="2" charset="-78"/>
                  <a:cs typeface="DiodrumArabic-Bold" panose="00000800000000000000" pitchFamily="2" charset="-78"/>
                </a:rPr>
                <a:t>2</a:t>
              </a:r>
              <a:r>
                <a:rPr lang="ar-SA" sz="1050" dirty="0">
                  <a:solidFill>
                    <a:schemeClr val="accent4"/>
                  </a:solidFill>
                  <a:latin typeface="DiodrumArabic-Semibold" panose="00000700000000000000" pitchFamily="2" charset="-78"/>
                  <a:ea typeface="+mn-ea"/>
                  <a:cs typeface="DiodrumArabic-Semibold" panose="00000700000000000000" pitchFamily="2" charset="-78"/>
                </a:rPr>
                <a:t> </a:t>
              </a:r>
              <a:r>
                <a:rPr lang="ar-SA" sz="900" dirty="0">
                  <a:solidFill>
                    <a:schemeClr val="accent4"/>
                  </a:solidFill>
                  <a:latin typeface="☞DIODRUM ARABIC MEDIUM" panose="00000600000000000000" pitchFamily="2" charset="-78"/>
                  <a:cs typeface="☞DIODRUM ARABIC MEDIUM" panose="00000600000000000000" pitchFamily="2" charset="-78"/>
                </a:rPr>
                <a:t>برنامج دولي</a:t>
              </a:r>
              <a:endParaRPr lang="ar-SA" sz="105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endParaRPr>
            </a:p>
          </p:txBody>
        </p:sp>
        <p:sp>
          <p:nvSpPr>
            <p:cNvPr id="127" name="Text 6">
              <a:extLst>
                <a:ext uri="{FF2B5EF4-FFF2-40B4-BE49-F238E27FC236}">
                  <a16:creationId xmlns:a16="http://schemas.microsoft.com/office/drawing/2014/main" id="{3E5AB687-83EF-4FAF-BFC0-7B2E36D7A435}"/>
                </a:ext>
              </a:extLst>
            </p:cNvPr>
            <p:cNvSpPr/>
            <p:nvPr/>
          </p:nvSpPr>
          <p:spPr>
            <a:xfrm>
              <a:off x="8239353" y="3543583"/>
              <a:ext cx="1056003" cy="516572"/>
            </a:xfrm>
            <a:prstGeom prst="roundRect">
              <a:avLst/>
            </a:prstGeom>
            <a:noFill/>
            <a:ln w="15875">
              <a:solidFill>
                <a:schemeClr val="accent4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45720" tIns="0" rIns="45720" bIns="0" rtlCol="0" anchor="ctr"/>
            <a:lstStyle/>
            <a:p>
              <a:pPr algn="ctr" rtl="1"/>
              <a:r>
                <a:rPr lang="ar-SA" sz="1050" dirty="0">
                  <a:solidFill>
                    <a:schemeClr val="accent4"/>
                  </a:solidFill>
                  <a:latin typeface="DiodrumArabic-Bold" panose="00000800000000000000" pitchFamily="2" charset="-78"/>
                  <a:cs typeface="DiodrumArabic-Bold" panose="00000800000000000000" pitchFamily="2" charset="-78"/>
                </a:rPr>
                <a:t>3 </a:t>
              </a:r>
              <a:r>
                <a:rPr lang="ar-SA" sz="1050" dirty="0">
                  <a:solidFill>
                    <a:schemeClr val="accent4"/>
                  </a:solidFill>
                  <a:latin typeface="DiodrumArabic-Semibold" panose="00000700000000000000" pitchFamily="2" charset="-78"/>
                  <a:ea typeface="+mn-ea"/>
                  <a:cs typeface="DiodrumArabic-Semibold" panose="00000700000000000000" pitchFamily="2" charset="-78"/>
                </a:rPr>
                <a:t> </a:t>
              </a:r>
              <a:r>
                <a:rPr lang="ar-SA" sz="900" dirty="0">
                  <a:solidFill>
                    <a:schemeClr val="accent4"/>
                  </a:solidFill>
                  <a:latin typeface="☞DIODRUM ARABIC MEDIUM" panose="00000600000000000000" pitchFamily="2" charset="-78"/>
                  <a:ea typeface="+mn-ea"/>
                  <a:cs typeface="☞DIODRUM ARABIC MEDIUM" panose="00000600000000000000" pitchFamily="2" charset="-78"/>
                </a:rPr>
                <a:t>ورش عمل </a:t>
              </a:r>
              <a:endParaRPr lang="ar-SA" sz="105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endParaRPr>
            </a:p>
          </p:txBody>
        </p:sp>
      </p:grp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79303B75-701B-4564-842A-D30F56543B68}"/>
              </a:ext>
            </a:extLst>
          </p:cNvPr>
          <p:cNvCxnSpPr>
            <a:cxnSpLocks/>
          </p:cNvCxnSpPr>
          <p:nvPr/>
        </p:nvCxnSpPr>
        <p:spPr>
          <a:xfrm flipV="1">
            <a:off x="10633831" y="5112456"/>
            <a:ext cx="0" cy="706527"/>
          </a:xfrm>
          <a:prstGeom prst="line">
            <a:avLst/>
          </a:prstGeom>
          <a:ln w="15875" cap="flat" cmpd="sng" algn="ctr">
            <a:solidFill>
              <a:schemeClr val="accent4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568F36AA-BCC8-45B9-AF6F-9589987B97E4}"/>
              </a:ext>
            </a:extLst>
          </p:cNvPr>
          <p:cNvSpPr txBox="1"/>
          <p:nvPr/>
        </p:nvSpPr>
        <p:spPr>
          <a:xfrm>
            <a:off x="5970170" y="1010551"/>
            <a:ext cx="5711122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algn="r" rtl="1"/>
            <a:r>
              <a:rPr lang="ar-SA" sz="16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  <a:t>ملخص منجز برنامج قدراتك – حتى أغسطس 2026 : 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C1CF0FD-2E01-4D38-83BF-BE3664C852B9}"/>
              </a:ext>
            </a:extLst>
          </p:cNvPr>
          <p:cNvCxnSpPr>
            <a:cxnSpLocks/>
          </p:cNvCxnSpPr>
          <p:nvPr/>
        </p:nvCxnSpPr>
        <p:spPr>
          <a:xfrm>
            <a:off x="420736" y="4597177"/>
            <a:ext cx="11348354" cy="0"/>
          </a:xfrm>
          <a:prstGeom prst="line">
            <a:avLst/>
          </a:prstGeom>
          <a:ln w="19050">
            <a:solidFill>
              <a:schemeClr val="accent4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9B0B2F4-9466-4CB3-ADF5-D5FC85CF738D}"/>
              </a:ext>
            </a:extLst>
          </p:cNvPr>
          <p:cNvSpPr txBox="1"/>
          <p:nvPr/>
        </p:nvSpPr>
        <p:spPr>
          <a:xfrm>
            <a:off x="9146836" y="4434520"/>
            <a:ext cx="1441588" cy="32531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alpha val="10000"/>
              </a:schemeClr>
            </a:solidFill>
          </a:ln>
        </p:spPr>
        <p:txBody>
          <a:bodyPr wrap="square" lIns="0" rIns="0" bIns="91440" anchor="ctr">
            <a:noAutofit/>
          </a:bodyPr>
          <a:lstStyle/>
          <a:p>
            <a:pPr algn="ctr" rtl="1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20000"/>
            </a:pPr>
            <a:r>
              <a:rPr lang="ar-SA" sz="1200" dirty="0">
                <a:solidFill>
                  <a:schemeClr val="accent4">
                    <a:alpha val="50000"/>
                  </a:schemeClr>
                </a:solidFill>
                <a:latin typeface="SST Arabic" panose="020B0504030504020204" pitchFamily="34" charset="-78"/>
                <a:cs typeface="+mn-cs"/>
              </a:rPr>
              <a:t>يونيو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FA9B8E-16CE-42BB-9D80-98ABA66C1D09}"/>
              </a:ext>
            </a:extLst>
          </p:cNvPr>
          <p:cNvSpPr txBox="1"/>
          <p:nvPr/>
        </p:nvSpPr>
        <p:spPr>
          <a:xfrm>
            <a:off x="6146932" y="5007544"/>
            <a:ext cx="167479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dirty="0"/>
              <a:t>في المركز 3 ورش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D6ADD8-C438-4985-B46E-4712AC12B19B}"/>
              </a:ext>
            </a:extLst>
          </p:cNvPr>
          <p:cNvSpPr txBox="1"/>
          <p:nvPr/>
        </p:nvSpPr>
        <p:spPr>
          <a:xfrm>
            <a:off x="-2593607" y="0"/>
            <a:ext cx="1578543" cy="2965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dirty="0"/>
              <a:t>اجمالي الاون لاين لسنة 2026 ( 797) 7 ورش وبرنامج </a:t>
            </a:r>
            <a:br>
              <a:rPr lang="ar-SA" dirty="0"/>
            </a:br>
            <a:r>
              <a:rPr lang="ar-SA" dirty="0"/>
              <a:t>الثلاث شهور ( 257) جون ( 0 ) يولويو ( 59 ) ورشة / اغسطس ( 198 ) ورشتين </a:t>
            </a:r>
            <a:endParaRPr lang="en-US" dirty="0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00DBD63-F0DB-4547-AA60-9DFB045A903C}"/>
              </a:ext>
            </a:extLst>
          </p:cNvPr>
          <p:cNvGrpSpPr/>
          <p:nvPr/>
        </p:nvGrpSpPr>
        <p:grpSpPr>
          <a:xfrm>
            <a:off x="4786560" y="4666118"/>
            <a:ext cx="3112168" cy="1404482"/>
            <a:chOff x="8445526" y="3071670"/>
            <a:chExt cx="3383280" cy="3305393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B0796056-8051-44B2-B322-017FFF3274BC}"/>
                </a:ext>
              </a:extLst>
            </p:cNvPr>
            <p:cNvSpPr/>
            <p:nvPr/>
          </p:nvSpPr>
          <p:spPr>
            <a:xfrm>
              <a:off x="8445526" y="3071670"/>
              <a:ext cx="3383280" cy="2468881"/>
            </a:xfrm>
            <a:prstGeom prst="roundRect">
              <a:avLst>
                <a:gd name="adj" fmla="val 3781"/>
              </a:avLst>
            </a:prstGeom>
            <a:solidFill>
              <a:schemeClr val="accent4"/>
            </a:solidFill>
            <a:ln w="1587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algn="justLow" rtl="1">
                <a:lnSpc>
                  <a:spcPct val="150000"/>
                </a:lnSpc>
              </a:pPr>
              <a:endParaRPr lang="ar-SA" sz="105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endParaRPr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C24C7C7B-680D-4BC4-BE76-3410FB008927}"/>
                </a:ext>
              </a:extLst>
            </p:cNvPr>
            <p:cNvSpPr/>
            <p:nvPr/>
          </p:nvSpPr>
          <p:spPr>
            <a:xfrm>
              <a:off x="8445526" y="3118817"/>
              <a:ext cx="3383280" cy="3258246"/>
            </a:xfrm>
            <a:prstGeom prst="roundRect">
              <a:avLst>
                <a:gd name="adj" fmla="val 3781"/>
              </a:avLst>
            </a:prstGeom>
            <a:solidFill>
              <a:schemeClr val="bg1"/>
            </a:solidFill>
            <a:ln w="15875">
              <a:noFill/>
            </a:ln>
            <a:effectLst>
              <a:outerShdw blurRad="1905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algn="justLow" rtl="1">
                <a:lnSpc>
                  <a:spcPct val="150000"/>
                </a:lnSpc>
              </a:pPr>
              <a:endParaRPr lang="ar-SA" sz="105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EAE06027-2BC1-44CA-833F-FA2430FD24A0}"/>
              </a:ext>
            </a:extLst>
          </p:cNvPr>
          <p:cNvSpPr txBox="1"/>
          <p:nvPr/>
        </p:nvSpPr>
        <p:spPr>
          <a:xfrm>
            <a:off x="6686494" y="4952949"/>
            <a:ext cx="1167650" cy="948432"/>
          </a:xfrm>
          <a:prstGeom prst="roundRect">
            <a:avLst>
              <a:gd name="adj" fmla="val 7882"/>
            </a:avLst>
          </a:prstGeom>
          <a:noFill/>
          <a:ln w="12700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3200" dirty="0">
                <a:solidFill>
                  <a:srgbClr val="002060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190</a:t>
            </a:r>
            <a:br>
              <a:rPr lang="ar-SA" sz="20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</a:br>
            <a:r>
              <a:rPr lang="ar-SA" sz="100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مستفيد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4AB9714-F3A9-486F-865B-7AC681BAFB3F}"/>
              </a:ext>
            </a:extLst>
          </p:cNvPr>
          <p:cNvSpPr txBox="1"/>
          <p:nvPr/>
        </p:nvSpPr>
        <p:spPr>
          <a:xfrm>
            <a:off x="5893466" y="5041041"/>
            <a:ext cx="1047125" cy="782169"/>
          </a:xfrm>
          <a:prstGeom prst="roundRect">
            <a:avLst>
              <a:gd name="adj" fmla="val 6656"/>
            </a:avLst>
          </a:prstGeom>
          <a:noFill/>
          <a:ln w="15875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3600" dirty="0">
                <a:solidFill>
                  <a:schemeClr val="accent2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7</a:t>
            </a:r>
            <a:br>
              <a:rPr lang="ar-SA" sz="3200" dirty="0">
                <a:solidFill>
                  <a:schemeClr val="accent4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</a:br>
            <a:r>
              <a:rPr lang="ar-SA" sz="120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برامج وورش 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4427C17-ADFF-4370-8AB3-46D8D75811F2}"/>
              </a:ext>
            </a:extLst>
          </p:cNvPr>
          <p:cNvGrpSpPr/>
          <p:nvPr/>
        </p:nvGrpSpPr>
        <p:grpSpPr>
          <a:xfrm>
            <a:off x="4926191" y="5131801"/>
            <a:ext cx="955438" cy="706528"/>
            <a:chOff x="8239352" y="2813038"/>
            <a:chExt cx="1056004" cy="1247117"/>
          </a:xfrm>
        </p:grpSpPr>
        <p:sp>
          <p:nvSpPr>
            <p:cNvPr id="80" name="Text 6">
              <a:extLst>
                <a:ext uri="{FF2B5EF4-FFF2-40B4-BE49-F238E27FC236}">
                  <a16:creationId xmlns:a16="http://schemas.microsoft.com/office/drawing/2014/main" id="{D1319152-55FA-4414-809A-7B6403A84B6B}"/>
                </a:ext>
              </a:extLst>
            </p:cNvPr>
            <p:cNvSpPr/>
            <p:nvPr/>
          </p:nvSpPr>
          <p:spPr>
            <a:xfrm>
              <a:off x="8239352" y="2813038"/>
              <a:ext cx="1056001" cy="516572"/>
            </a:xfrm>
            <a:prstGeom prst="roundRect">
              <a:avLst/>
            </a:prstGeom>
            <a:noFill/>
            <a:ln w="15875">
              <a:solidFill>
                <a:schemeClr val="accent4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45720" tIns="0" rIns="45720" bIns="0" rtlCol="0" anchor="ctr"/>
            <a:lstStyle/>
            <a:p>
              <a:pPr algn="ctr" rtl="1"/>
              <a:r>
                <a:rPr lang="ar-SA" sz="1050" dirty="0">
                  <a:solidFill>
                    <a:schemeClr val="accent4"/>
                  </a:solidFill>
                  <a:latin typeface="DiodrumArabic-Bold" panose="00000800000000000000" pitchFamily="2" charset="-78"/>
                  <a:cs typeface="DiodrumArabic-Bold" panose="00000800000000000000" pitchFamily="2" charset="-78"/>
                </a:rPr>
                <a:t>2</a:t>
              </a:r>
              <a:r>
                <a:rPr lang="ar-SA" sz="1050" dirty="0">
                  <a:solidFill>
                    <a:schemeClr val="accent4"/>
                  </a:solidFill>
                  <a:latin typeface="DiodrumArabic-Semibold" panose="00000700000000000000" pitchFamily="2" charset="-78"/>
                  <a:ea typeface="+mn-ea"/>
                  <a:cs typeface="DiodrumArabic-Semibold" panose="00000700000000000000" pitchFamily="2" charset="-78"/>
                </a:rPr>
                <a:t> </a:t>
              </a:r>
              <a:r>
                <a:rPr lang="ar-SA" sz="900" dirty="0">
                  <a:solidFill>
                    <a:schemeClr val="accent4"/>
                  </a:solidFill>
                  <a:latin typeface="☞DIODRUM ARABIC MEDIUM" panose="00000600000000000000" pitchFamily="2" charset="-78"/>
                  <a:cs typeface="☞DIODRUM ARABIC MEDIUM" panose="00000600000000000000" pitchFamily="2" charset="-78"/>
                </a:rPr>
                <a:t>برنامج محلي</a:t>
              </a:r>
              <a:endParaRPr lang="ar-SA" sz="105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endParaRPr>
            </a:p>
          </p:txBody>
        </p:sp>
        <p:sp>
          <p:nvSpPr>
            <p:cNvPr id="81" name="Text 6">
              <a:extLst>
                <a:ext uri="{FF2B5EF4-FFF2-40B4-BE49-F238E27FC236}">
                  <a16:creationId xmlns:a16="http://schemas.microsoft.com/office/drawing/2014/main" id="{8DEA86F2-7916-4EF5-8306-70CB327458FD}"/>
                </a:ext>
              </a:extLst>
            </p:cNvPr>
            <p:cNvSpPr/>
            <p:nvPr/>
          </p:nvSpPr>
          <p:spPr>
            <a:xfrm>
              <a:off x="8239353" y="3543583"/>
              <a:ext cx="1056003" cy="516572"/>
            </a:xfrm>
            <a:prstGeom prst="roundRect">
              <a:avLst/>
            </a:prstGeom>
            <a:noFill/>
            <a:ln w="15875">
              <a:solidFill>
                <a:schemeClr val="accent4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45720" tIns="0" rIns="45720" bIns="0" rtlCol="0" anchor="ctr"/>
            <a:lstStyle/>
            <a:p>
              <a:pPr algn="ctr" rtl="1"/>
              <a:r>
                <a:rPr lang="ar-SA" sz="1050" dirty="0">
                  <a:solidFill>
                    <a:schemeClr val="accent4"/>
                  </a:solidFill>
                  <a:latin typeface="DiodrumArabic-Bold" panose="00000800000000000000" pitchFamily="2" charset="-78"/>
                  <a:cs typeface="DiodrumArabic-Bold" panose="00000800000000000000" pitchFamily="2" charset="-78"/>
                </a:rPr>
                <a:t>5</a:t>
              </a:r>
              <a:r>
                <a:rPr lang="ar-SA" sz="1050" dirty="0">
                  <a:solidFill>
                    <a:schemeClr val="accent4"/>
                  </a:solidFill>
                  <a:latin typeface="DiodrumArabic-Semibold" panose="00000700000000000000" pitchFamily="2" charset="-78"/>
                  <a:ea typeface="+mn-ea"/>
                  <a:cs typeface="DiodrumArabic-Semibold" panose="00000700000000000000" pitchFamily="2" charset="-78"/>
                </a:rPr>
                <a:t> </a:t>
              </a:r>
              <a:r>
                <a:rPr lang="ar-SA" sz="900" dirty="0">
                  <a:solidFill>
                    <a:schemeClr val="accent4"/>
                  </a:solidFill>
                  <a:latin typeface="☞DIODRUM ARABIC MEDIUM" panose="00000600000000000000" pitchFamily="2" charset="-78"/>
                  <a:ea typeface="+mn-ea"/>
                  <a:cs typeface="☞DIODRUM ARABIC MEDIUM" panose="00000600000000000000" pitchFamily="2" charset="-78"/>
                </a:rPr>
                <a:t>ورش عمل</a:t>
              </a:r>
              <a:endParaRPr lang="ar-SA" sz="105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endParaRPr>
            </a:p>
          </p:txBody>
        </p:sp>
      </p:grp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3831EEB-7B07-4681-BB8E-FD0D8ED54BFD}"/>
              </a:ext>
            </a:extLst>
          </p:cNvPr>
          <p:cNvCxnSpPr>
            <a:cxnSpLocks/>
          </p:cNvCxnSpPr>
          <p:nvPr/>
        </p:nvCxnSpPr>
        <p:spPr>
          <a:xfrm flipV="1">
            <a:off x="6872895" y="5131802"/>
            <a:ext cx="0" cy="706527"/>
          </a:xfrm>
          <a:prstGeom prst="line">
            <a:avLst/>
          </a:prstGeom>
          <a:ln w="15875" cap="flat" cmpd="sng" algn="ctr">
            <a:solidFill>
              <a:schemeClr val="accent4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0959569C-5310-460E-A472-F47D9E375237}"/>
              </a:ext>
            </a:extLst>
          </p:cNvPr>
          <p:cNvSpPr txBox="1"/>
          <p:nvPr/>
        </p:nvSpPr>
        <p:spPr>
          <a:xfrm>
            <a:off x="2413444" y="4959418"/>
            <a:ext cx="167479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dirty="0"/>
              <a:t>في المركز 3 ورش </a:t>
            </a:r>
            <a:endParaRPr lang="en-US" dirty="0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C9E6477-7945-48C9-BD3A-7AC9C59EFBD9}"/>
              </a:ext>
            </a:extLst>
          </p:cNvPr>
          <p:cNvGrpSpPr/>
          <p:nvPr/>
        </p:nvGrpSpPr>
        <p:grpSpPr>
          <a:xfrm>
            <a:off x="841533" y="4611976"/>
            <a:ext cx="3326455" cy="1534824"/>
            <a:chOff x="8445526" y="3071670"/>
            <a:chExt cx="3383280" cy="3305393"/>
          </a:xfrm>
        </p:grpSpPr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6CEA4D4B-0566-444F-AAEA-FE5D0A2C8695}"/>
                </a:ext>
              </a:extLst>
            </p:cNvPr>
            <p:cNvSpPr/>
            <p:nvPr/>
          </p:nvSpPr>
          <p:spPr>
            <a:xfrm>
              <a:off x="8445526" y="3071670"/>
              <a:ext cx="3383280" cy="2468881"/>
            </a:xfrm>
            <a:prstGeom prst="roundRect">
              <a:avLst>
                <a:gd name="adj" fmla="val 3781"/>
              </a:avLst>
            </a:prstGeom>
            <a:solidFill>
              <a:schemeClr val="accent4"/>
            </a:solidFill>
            <a:ln w="1587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algn="justLow" rtl="1">
                <a:lnSpc>
                  <a:spcPct val="150000"/>
                </a:lnSpc>
              </a:pPr>
              <a:endParaRPr lang="ar-SA" sz="105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endParaRPr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15F66ABF-1427-416E-A3DF-E8062C4B9559}"/>
                </a:ext>
              </a:extLst>
            </p:cNvPr>
            <p:cNvSpPr/>
            <p:nvPr/>
          </p:nvSpPr>
          <p:spPr>
            <a:xfrm>
              <a:off x="8445526" y="3118817"/>
              <a:ext cx="3383280" cy="3258246"/>
            </a:xfrm>
            <a:prstGeom prst="roundRect">
              <a:avLst>
                <a:gd name="adj" fmla="val 3781"/>
              </a:avLst>
            </a:prstGeom>
            <a:solidFill>
              <a:schemeClr val="bg1"/>
            </a:solidFill>
            <a:ln w="15875">
              <a:noFill/>
            </a:ln>
            <a:effectLst>
              <a:outerShdw blurRad="1905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algn="justLow" rtl="1">
                <a:lnSpc>
                  <a:spcPct val="150000"/>
                </a:lnSpc>
              </a:pPr>
              <a:endParaRPr lang="ar-SA" sz="105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endParaRPr>
            </a:p>
          </p:txBody>
        </p: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B5BD6FB0-E623-44FD-8FC3-AF11EBC68CF3}"/>
              </a:ext>
            </a:extLst>
          </p:cNvPr>
          <p:cNvSpPr txBox="1"/>
          <p:nvPr/>
        </p:nvSpPr>
        <p:spPr>
          <a:xfrm>
            <a:off x="3081342" y="4985035"/>
            <a:ext cx="1167650" cy="948432"/>
          </a:xfrm>
          <a:prstGeom prst="roundRect">
            <a:avLst>
              <a:gd name="adj" fmla="val 7882"/>
            </a:avLst>
          </a:prstGeom>
          <a:noFill/>
          <a:ln w="12700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3200" dirty="0">
                <a:solidFill>
                  <a:srgbClr val="002060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175</a:t>
            </a:r>
            <a:br>
              <a:rPr lang="ar-SA" sz="32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</a:br>
            <a:r>
              <a:rPr lang="ar-SA" sz="120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مستفيد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9732FF5-4218-4083-AA9D-DDC65954FFD7}"/>
              </a:ext>
            </a:extLst>
          </p:cNvPr>
          <p:cNvSpPr txBox="1"/>
          <p:nvPr/>
        </p:nvSpPr>
        <p:spPr>
          <a:xfrm>
            <a:off x="1761198" y="5073127"/>
            <a:ext cx="1750703" cy="782169"/>
          </a:xfrm>
          <a:prstGeom prst="roundRect">
            <a:avLst>
              <a:gd name="adj" fmla="val 6656"/>
            </a:avLst>
          </a:prstGeom>
          <a:noFill/>
          <a:ln w="15875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3600" dirty="0">
                <a:solidFill>
                  <a:schemeClr val="accent2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7</a:t>
            </a:r>
            <a:br>
              <a:rPr lang="ar-SA" sz="3200" dirty="0">
                <a:solidFill>
                  <a:schemeClr val="accent4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</a:br>
            <a:r>
              <a:rPr lang="ar-SA" sz="120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برامج وورش 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62757E4-E64A-49C1-BDD1-0BEE3E4B7900}"/>
              </a:ext>
            </a:extLst>
          </p:cNvPr>
          <p:cNvGrpSpPr/>
          <p:nvPr/>
        </p:nvGrpSpPr>
        <p:grpSpPr>
          <a:xfrm>
            <a:off x="1144579" y="5163887"/>
            <a:ext cx="955437" cy="706528"/>
            <a:chOff x="8239353" y="2813038"/>
            <a:chExt cx="1056003" cy="1247117"/>
          </a:xfrm>
        </p:grpSpPr>
        <p:sp>
          <p:nvSpPr>
            <p:cNvPr id="106" name="Text 6">
              <a:extLst>
                <a:ext uri="{FF2B5EF4-FFF2-40B4-BE49-F238E27FC236}">
                  <a16:creationId xmlns:a16="http://schemas.microsoft.com/office/drawing/2014/main" id="{88BFD544-9F20-4D5B-BC6F-C417A7DD4AFB}"/>
                </a:ext>
              </a:extLst>
            </p:cNvPr>
            <p:cNvSpPr/>
            <p:nvPr/>
          </p:nvSpPr>
          <p:spPr>
            <a:xfrm>
              <a:off x="8239353" y="2813038"/>
              <a:ext cx="1056003" cy="516572"/>
            </a:xfrm>
            <a:prstGeom prst="roundRect">
              <a:avLst/>
            </a:prstGeom>
            <a:noFill/>
            <a:ln w="15875">
              <a:solidFill>
                <a:schemeClr val="accent4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45720" tIns="0" rIns="45720" bIns="0" rtlCol="0" anchor="ctr"/>
            <a:lstStyle/>
            <a:p>
              <a:pPr algn="ctr" rtl="1"/>
              <a:r>
                <a:rPr lang="ar-SA" sz="1050" dirty="0">
                  <a:solidFill>
                    <a:schemeClr val="accent4"/>
                  </a:solidFill>
                  <a:latin typeface="DiodrumArabic-Bold" panose="00000800000000000000" pitchFamily="2" charset="-78"/>
                  <a:cs typeface="DiodrumArabic-Bold" panose="00000800000000000000" pitchFamily="2" charset="-78"/>
                </a:rPr>
                <a:t>2</a:t>
              </a:r>
              <a:r>
                <a:rPr lang="ar-SA" sz="1050" dirty="0">
                  <a:solidFill>
                    <a:schemeClr val="accent4"/>
                  </a:solidFill>
                  <a:latin typeface="DiodrumArabic-Semibold" panose="00000700000000000000" pitchFamily="2" charset="-78"/>
                  <a:ea typeface="+mn-ea"/>
                  <a:cs typeface="DiodrumArabic-Semibold" panose="00000700000000000000" pitchFamily="2" charset="-78"/>
                </a:rPr>
                <a:t> </a:t>
              </a:r>
              <a:r>
                <a:rPr lang="ar-SA" sz="900" dirty="0">
                  <a:solidFill>
                    <a:schemeClr val="accent4"/>
                  </a:solidFill>
                  <a:latin typeface="☞DIODRUM ARABIC MEDIUM" panose="00000600000000000000" pitchFamily="2" charset="-78"/>
                  <a:cs typeface="☞DIODRUM ARABIC MEDIUM" panose="00000600000000000000" pitchFamily="2" charset="-78"/>
                </a:rPr>
                <a:t>برنامج محلي</a:t>
              </a:r>
              <a:endParaRPr lang="ar-SA" sz="105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endParaRPr>
            </a:p>
          </p:txBody>
        </p:sp>
        <p:sp>
          <p:nvSpPr>
            <p:cNvPr id="145" name="Text 6">
              <a:extLst>
                <a:ext uri="{FF2B5EF4-FFF2-40B4-BE49-F238E27FC236}">
                  <a16:creationId xmlns:a16="http://schemas.microsoft.com/office/drawing/2014/main" id="{BDB72EB5-B09D-4B8B-ABF6-4EBC842877A5}"/>
                </a:ext>
              </a:extLst>
            </p:cNvPr>
            <p:cNvSpPr/>
            <p:nvPr/>
          </p:nvSpPr>
          <p:spPr>
            <a:xfrm>
              <a:off x="8239353" y="3543583"/>
              <a:ext cx="1056003" cy="516572"/>
            </a:xfrm>
            <a:prstGeom prst="roundRect">
              <a:avLst/>
            </a:prstGeom>
            <a:noFill/>
            <a:ln w="15875">
              <a:solidFill>
                <a:schemeClr val="accent4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45720" tIns="0" rIns="45720" bIns="0" rtlCol="0" anchor="ctr"/>
            <a:lstStyle/>
            <a:p>
              <a:pPr algn="ctr" rtl="1"/>
              <a:r>
                <a:rPr lang="ar-SA" sz="1050" dirty="0">
                  <a:solidFill>
                    <a:schemeClr val="accent4"/>
                  </a:solidFill>
                  <a:latin typeface="DiodrumArabic-Bold" panose="00000800000000000000" pitchFamily="2" charset="-78"/>
                  <a:cs typeface="DiodrumArabic-Bold" panose="00000800000000000000" pitchFamily="2" charset="-78"/>
                </a:rPr>
                <a:t>5</a:t>
              </a:r>
              <a:r>
                <a:rPr lang="ar-SA" sz="1050" dirty="0">
                  <a:solidFill>
                    <a:schemeClr val="accent4"/>
                  </a:solidFill>
                  <a:latin typeface="DiodrumArabic-Semibold" panose="00000700000000000000" pitchFamily="2" charset="-78"/>
                  <a:ea typeface="+mn-ea"/>
                  <a:cs typeface="DiodrumArabic-Semibold" panose="00000700000000000000" pitchFamily="2" charset="-78"/>
                </a:rPr>
                <a:t> </a:t>
              </a:r>
              <a:r>
                <a:rPr lang="ar-SA" sz="900" dirty="0">
                  <a:solidFill>
                    <a:schemeClr val="accent4"/>
                  </a:solidFill>
                  <a:latin typeface="☞DIODRUM ARABIC MEDIUM" panose="00000600000000000000" pitchFamily="2" charset="-78"/>
                  <a:ea typeface="+mn-ea"/>
                  <a:cs typeface="☞DIODRUM ARABIC MEDIUM" panose="00000600000000000000" pitchFamily="2" charset="-78"/>
                </a:rPr>
                <a:t>ورش عمل </a:t>
              </a:r>
              <a:endParaRPr lang="ar-SA" sz="105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endParaRPr>
            </a:p>
          </p:txBody>
        </p:sp>
      </p:grp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269E5BFD-DA80-4770-815A-E6C9175F95CB}"/>
              </a:ext>
            </a:extLst>
          </p:cNvPr>
          <p:cNvCxnSpPr>
            <a:cxnSpLocks/>
          </p:cNvCxnSpPr>
          <p:nvPr/>
        </p:nvCxnSpPr>
        <p:spPr>
          <a:xfrm flipV="1">
            <a:off x="3171493" y="5163888"/>
            <a:ext cx="0" cy="706527"/>
          </a:xfrm>
          <a:prstGeom prst="line">
            <a:avLst/>
          </a:prstGeom>
          <a:ln w="15875" cap="flat" cmpd="sng" algn="ctr">
            <a:solidFill>
              <a:schemeClr val="accent4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C48EE8BD-9282-4173-8C77-EC6806FDC1DD}"/>
              </a:ext>
            </a:extLst>
          </p:cNvPr>
          <p:cNvCxnSpPr>
            <a:cxnSpLocks/>
          </p:cNvCxnSpPr>
          <p:nvPr/>
        </p:nvCxnSpPr>
        <p:spPr>
          <a:xfrm flipV="1">
            <a:off x="4511011" y="4600071"/>
            <a:ext cx="0" cy="1909011"/>
          </a:xfrm>
          <a:prstGeom prst="line">
            <a:avLst/>
          </a:prstGeom>
          <a:ln w="15875" cap="flat" cmpd="sng" algn="ctr">
            <a:solidFill>
              <a:schemeClr val="accent4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E24F6CDE-620E-4260-A09F-65F2FD54DE97}"/>
              </a:ext>
            </a:extLst>
          </p:cNvPr>
          <p:cNvCxnSpPr>
            <a:cxnSpLocks/>
          </p:cNvCxnSpPr>
          <p:nvPr/>
        </p:nvCxnSpPr>
        <p:spPr>
          <a:xfrm flipV="1">
            <a:off x="8128506" y="4704345"/>
            <a:ext cx="0" cy="1708484"/>
          </a:xfrm>
          <a:prstGeom prst="line">
            <a:avLst/>
          </a:prstGeom>
          <a:ln w="15875" cap="flat" cmpd="sng" algn="ctr">
            <a:solidFill>
              <a:schemeClr val="accent4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3C89AF59-5C97-4E1B-9B97-5C54480AC8F4}"/>
              </a:ext>
            </a:extLst>
          </p:cNvPr>
          <p:cNvSpPr/>
          <p:nvPr/>
        </p:nvSpPr>
        <p:spPr>
          <a:xfrm>
            <a:off x="3101304" y="3098789"/>
            <a:ext cx="6941987" cy="6985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tIns="0" rIns="640080" bIns="45720" anchor="ctr">
            <a:noAutofit/>
          </a:bodyPr>
          <a:lstStyle/>
          <a:p>
            <a:pPr algn="r" rtl="1">
              <a:lnSpc>
                <a:spcPct val="120000"/>
              </a:lnSpc>
            </a:pPr>
            <a:endParaRPr lang="ar-SA" sz="900">
              <a:solidFill>
                <a:schemeClr val="accent4"/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05EE982A-BCE1-4380-9107-021CFDA6FB57}"/>
              </a:ext>
            </a:extLst>
          </p:cNvPr>
          <p:cNvCxnSpPr>
            <a:cxnSpLocks/>
          </p:cNvCxnSpPr>
          <p:nvPr/>
        </p:nvCxnSpPr>
        <p:spPr>
          <a:xfrm flipV="1">
            <a:off x="6212912" y="3220313"/>
            <a:ext cx="0" cy="437276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7C557D88-0FB2-461A-896F-6BB23081EE69}"/>
              </a:ext>
            </a:extLst>
          </p:cNvPr>
          <p:cNvSpPr txBox="1"/>
          <p:nvPr/>
        </p:nvSpPr>
        <p:spPr>
          <a:xfrm>
            <a:off x="3903157" y="2867909"/>
            <a:ext cx="1503884" cy="109728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28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13</a:t>
            </a:r>
            <a:r>
              <a:rPr lang="en-US" sz="24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 </a:t>
            </a:r>
            <a:r>
              <a:rPr lang="ar-SA" sz="1050" dirty="0">
                <a:solidFill>
                  <a:schemeClr val="accent2">
                    <a:lumMod val="75000"/>
                  </a:schemeClr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ورشة عمل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B5C24EA-E343-44B8-B958-2BD2DC4176C1}"/>
              </a:ext>
            </a:extLst>
          </p:cNvPr>
          <p:cNvSpPr txBox="1"/>
          <p:nvPr/>
        </p:nvSpPr>
        <p:spPr>
          <a:xfrm>
            <a:off x="7592830" y="2867909"/>
            <a:ext cx="1497913" cy="109728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28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6</a:t>
            </a:r>
            <a:r>
              <a:rPr lang="en-US" sz="24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 </a:t>
            </a:r>
            <a:r>
              <a:rPr lang="ar-SA" sz="1050" dirty="0">
                <a:solidFill>
                  <a:schemeClr val="accent2">
                    <a:lumMod val="75000"/>
                  </a:schemeClr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برامج تدريبية</a:t>
            </a:r>
          </a:p>
        </p:txBody>
      </p:sp>
      <p:sp>
        <p:nvSpPr>
          <p:cNvPr id="155" name="Text 6">
            <a:extLst>
              <a:ext uri="{FF2B5EF4-FFF2-40B4-BE49-F238E27FC236}">
                <a16:creationId xmlns:a16="http://schemas.microsoft.com/office/drawing/2014/main" id="{BAE709FA-8099-4EF0-9FED-3F24910B5D4A}"/>
              </a:ext>
            </a:extLst>
          </p:cNvPr>
          <p:cNvSpPr/>
          <p:nvPr/>
        </p:nvSpPr>
        <p:spPr>
          <a:xfrm>
            <a:off x="6454436" y="3148587"/>
            <a:ext cx="1056003" cy="238501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45720" tIns="0" rIns="45720" bIns="0" rtlCol="0" anchor="ctr"/>
          <a:lstStyle/>
          <a:p>
            <a:pPr algn="ctr" rtl="1"/>
            <a:r>
              <a:rPr lang="ar-SA" sz="1050" dirty="0">
                <a:solidFill>
                  <a:schemeClr val="accent2">
                    <a:lumMod val="75000"/>
                  </a:schemeClr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2</a:t>
            </a:r>
            <a:r>
              <a:rPr lang="ar-SA" sz="900" dirty="0">
                <a:solidFill>
                  <a:schemeClr val="accent2">
                    <a:lumMod val="75000"/>
                  </a:schemeClr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برامج دولية</a:t>
            </a:r>
            <a:endParaRPr lang="ar-SA" sz="1050" dirty="0">
              <a:solidFill>
                <a:schemeClr val="accent2">
                  <a:lumMod val="75000"/>
                </a:schemeClr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156" name="Text 6">
            <a:extLst>
              <a:ext uri="{FF2B5EF4-FFF2-40B4-BE49-F238E27FC236}">
                <a16:creationId xmlns:a16="http://schemas.microsoft.com/office/drawing/2014/main" id="{3AADD820-C64C-4179-9CA8-B5B0E6D0B1FE}"/>
              </a:ext>
            </a:extLst>
          </p:cNvPr>
          <p:cNvSpPr/>
          <p:nvPr/>
        </p:nvSpPr>
        <p:spPr>
          <a:xfrm>
            <a:off x="6454436" y="3498344"/>
            <a:ext cx="1056003" cy="238501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45720" tIns="0" rIns="45720" bIns="0" rtlCol="0" anchor="ctr"/>
          <a:lstStyle/>
          <a:p>
            <a:pPr algn="ctr" rtl="1"/>
            <a:r>
              <a:rPr lang="ar-SA" sz="1050" dirty="0">
                <a:solidFill>
                  <a:schemeClr val="accent2">
                    <a:lumMod val="75000"/>
                  </a:schemeClr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4</a:t>
            </a:r>
            <a:r>
              <a:rPr lang="ar-SA" sz="900" dirty="0">
                <a:solidFill>
                  <a:schemeClr val="accent2">
                    <a:lumMod val="75000"/>
                  </a:schemeClr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برامج محليه</a:t>
            </a:r>
            <a:endParaRPr lang="ar-SA" sz="1050" dirty="0">
              <a:solidFill>
                <a:schemeClr val="accent2">
                  <a:lumMod val="75000"/>
                </a:schemeClr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pic>
        <p:nvPicPr>
          <p:cNvPr id="157" name="Graphic 156">
            <a:extLst>
              <a:ext uri="{FF2B5EF4-FFF2-40B4-BE49-F238E27FC236}">
                <a16:creationId xmlns:a16="http://schemas.microsoft.com/office/drawing/2014/main" id="{58414213-9F47-44FF-BDFC-AECEEABD08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6703" y="3192849"/>
            <a:ext cx="401240" cy="401240"/>
          </a:xfrm>
          <a:prstGeom prst="rect">
            <a:avLst/>
          </a:prstGeom>
        </p:spPr>
      </p:pic>
      <p:pic>
        <p:nvPicPr>
          <p:cNvPr id="158" name="Graphic 157">
            <a:extLst>
              <a:ext uri="{FF2B5EF4-FFF2-40B4-BE49-F238E27FC236}">
                <a16:creationId xmlns:a16="http://schemas.microsoft.com/office/drawing/2014/main" id="{CC936424-8A39-4397-8F4A-7E679D09644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9613" y="3256349"/>
            <a:ext cx="337740" cy="337740"/>
          </a:xfrm>
          <a:prstGeom prst="rect">
            <a:avLst/>
          </a:prstGeom>
        </p:spPr>
      </p:pic>
      <p:sp>
        <p:nvSpPr>
          <p:cNvPr id="85" name="Text 7">
            <a:extLst>
              <a:ext uri="{FF2B5EF4-FFF2-40B4-BE49-F238E27FC236}">
                <a16:creationId xmlns:a16="http://schemas.microsoft.com/office/drawing/2014/main" id="{B903C77B-E5B2-4B54-B41D-A90E2C1677CD}"/>
              </a:ext>
            </a:extLst>
          </p:cNvPr>
          <p:cNvSpPr txBox="1"/>
          <p:nvPr/>
        </p:nvSpPr>
        <p:spPr>
          <a:xfrm>
            <a:off x="8316273" y="2228033"/>
            <a:ext cx="179387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r" rtl="1">
              <a:buNone/>
              <a:defRPr sz="1200">
                <a:solidFill>
                  <a:schemeClr val="bg1">
                    <a:alpha val="65000"/>
                  </a:schemeClr>
                </a:solidFill>
                <a:latin typeface="DiodrumArabic-Bold" panose="00000800000000000000" pitchFamily="2" charset="-78"/>
                <a:ea typeface="Tajawal" pitchFamily="34" charset="-122"/>
                <a:cs typeface="DiodrumArabic-Bold" panose="00000800000000000000" pitchFamily="2" charset="-78"/>
              </a:defRPr>
            </a:lvl1pPr>
          </a:lstStyle>
          <a:p>
            <a:r>
              <a:rPr lang="ar-SA" sz="900" dirty="0">
                <a:solidFill>
                  <a:srgbClr val="1CC182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من مستهدف 1800 </a:t>
            </a:r>
            <a:endParaRPr lang="en-US" sz="900" dirty="0">
              <a:solidFill>
                <a:srgbClr val="1CC182"/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90" name="Text 7">
            <a:extLst>
              <a:ext uri="{FF2B5EF4-FFF2-40B4-BE49-F238E27FC236}">
                <a16:creationId xmlns:a16="http://schemas.microsoft.com/office/drawing/2014/main" id="{FEEDD10B-B556-4FCB-AC34-DD781D313A5E}"/>
              </a:ext>
            </a:extLst>
          </p:cNvPr>
          <p:cNvSpPr txBox="1"/>
          <p:nvPr/>
        </p:nvSpPr>
        <p:spPr>
          <a:xfrm>
            <a:off x="6157301" y="2037884"/>
            <a:ext cx="179387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r" rtl="1">
              <a:buNone/>
              <a:defRPr sz="1200">
                <a:solidFill>
                  <a:schemeClr val="bg1">
                    <a:alpha val="65000"/>
                  </a:schemeClr>
                </a:solidFill>
                <a:latin typeface="DiodrumArabic-Bold" panose="00000800000000000000" pitchFamily="2" charset="-78"/>
                <a:ea typeface="Tajawal" pitchFamily="34" charset="-122"/>
                <a:cs typeface="DiodrumArabic-Bold" panose="00000800000000000000" pitchFamily="2" charset="-78"/>
              </a:defRPr>
            </a:lvl1pPr>
          </a:lstStyle>
          <a:p>
            <a:r>
              <a:rPr lang="ar-SA" sz="1100" dirty="0"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برنامج و ورشه تدريبية حضورية</a:t>
            </a:r>
            <a:endParaRPr lang="en-US" sz="1100" dirty="0"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97" name="Text 6">
            <a:extLst>
              <a:ext uri="{FF2B5EF4-FFF2-40B4-BE49-F238E27FC236}">
                <a16:creationId xmlns:a16="http://schemas.microsoft.com/office/drawing/2014/main" id="{1BD7C331-046D-41C8-AA06-3BB20FFD3293}"/>
              </a:ext>
            </a:extLst>
          </p:cNvPr>
          <p:cNvSpPr/>
          <p:nvPr/>
        </p:nvSpPr>
        <p:spPr>
          <a:xfrm>
            <a:off x="4891795" y="1639918"/>
            <a:ext cx="1056003" cy="238501"/>
          </a:xfrm>
          <a:prstGeom prst="roundRect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 rtl="1"/>
            <a:r>
              <a:rPr lang="ar-SA" sz="1050" dirty="0">
                <a:solidFill>
                  <a:schemeClr val="bg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31 برنامج تدريبي  </a:t>
            </a:r>
            <a:endParaRPr lang="ar-SA" sz="1050" dirty="0">
              <a:solidFill>
                <a:schemeClr val="bg1"/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98" name="Text 6">
            <a:extLst>
              <a:ext uri="{FF2B5EF4-FFF2-40B4-BE49-F238E27FC236}">
                <a16:creationId xmlns:a16="http://schemas.microsoft.com/office/drawing/2014/main" id="{77ADCB44-E7BF-4093-9101-8749778E5474}"/>
              </a:ext>
            </a:extLst>
          </p:cNvPr>
          <p:cNvSpPr/>
          <p:nvPr/>
        </p:nvSpPr>
        <p:spPr>
          <a:xfrm>
            <a:off x="4912219" y="2056268"/>
            <a:ext cx="1056003" cy="238501"/>
          </a:xfrm>
          <a:prstGeom prst="roundRect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 rtl="1"/>
            <a:r>
              <a:rPr lang="ar-SA" sz="1050" dirty="0">
                <a:solidFill>
                  <a:schemeClr val="bg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23 ورشة تدريبية</a:t>
            </a:r>
            <a:endParaRPr lang="ar-SA" sz="1050" dirty="0">
              <a:solidFill>
                <a:schemeClr val="bg1"/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99" name="Text 7">
            <a:extLst>
              <a:ext uri="{FF2B5EF4-FFF2-40B4-BE49-F238E27FC236}">
                <a16:creationId xmlns:a16="http://schemas.microsoft.com/office/drawing/2014/main" id="{A1FDBC50-A12B-495B-BB87-DDF6122BC040}"/>
              </a:ext>
            </a:extLst>
          </p:cNvPr>
          <p:cNvSpPr txBox="1"/>
          <p:nvPr/>
        </p:nvSpPr>
        <p:spPr>
          <a:xfrm>
            <a:off x="2726964" y="1925066"/>
            <a:ext cx="179387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r" rtl="1">
              <a:buNone/>
              <a:defRPr sz="1200">
                <a:solidFill>
                  <a:schemeClr val="bg1">
                    <a:alpha val="65000"/>
                  </a:schemeClr>
                </a:solidFill>
                <a:latin typeface="DiodrumArabic-Bold" panose="00000800000000000000" pitchFamily="2" charset="-78"/>
                <a:ea typeface="Tajawal" pitchFamily="34" charset="-122"/>
                <a:cs typeface="DiodrumArabic-Bold" panose="00000800000000000000" pitchFamily="2" charset="-78"/>
              </a:defRPr>
            </a:lvl1pPr>
          </a:lstStyle>
          <a:p>
            <a:r>
              <a:rPr lang="ar-SA" sz="900" dirty="0">
                <a:solidFill>
                  <a:srgbClr val="1CC182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13 برنامج و ورشة تدريبية مقامه في مركز الابتكار </a:t>
            </a:r>
            <a:endParaRPr lang="en-US" sz="900" dirty="0">
              <a:solidFill>
                <a:srgbClr val="1CC182"/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BE51D27-E183-4E08-9D68-A272BB3D9F23}"/>
              </a:ext>
            </a:extLst>
          </p:cNvPr>
          <p:cNvSpPr txBox="1"/>
          <p:nvPr/>
        </p:nvSpPr>
        <p:spPr>
          <a:xfrm>
            <a:off x="5466632" y="4432336"/>
            <a:ext cx="1441588" cy="32531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alpha val="10000"/>
              </a:schemeClr>
            </a:solidFill>
          </a:ln>
        </p:spPr>
        <p:txBody>
          <a:bodyPr wrap="square" lIns="0" rIns="0" bIns="91440" anchor="ctr">
            <a:noAutofit/>
          </a:bodyPr>
          <a:lstStyle/>
          <a:p>
            <a:pPr algn="ctr" rtl="1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20000"/>
            </a:pPr>
            <a:r>
              <a:rPr lang="ar-SA" sz="1200" dirty="0">
                <a:solidFill>
                  <a:schemeClr val="accent4">
                    <a:alpha val="50000"/>
                  </a:schemeClr>
                </a:solidFill>
                <a:latin typeface="SST Arabic" panose="020B0504030504020204" pitchFamily="34" charset="-78"/>
                <a:cs typeface="+mn-cs"/>
              </a:rPr>
              <a:t>يوليو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4A0475-E19B-4D8E-B5B5-866545E75077}"/>
              </a:ext>
            </a:extLst>
          </p:cNvPr>
          <p:cNvSpPr txBox="1"/>
          <p:nvPr/>
        </p:nvSpPr>
        <p:spPr>
          <a:xfrm>
            <a:off x="1659716" y="4436493"/>
            <a:ext cx="1441588" cy="32531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alpha val="10000"/>
              </a:schemeClr>
            </a:solidFill>
          </a:ln>
        </p:spPr>
        <p:txBody>
          <a:bodyPr wrap="square" lIns="0" rIns="0" bIns="91440" anchor="ctr">
            <a:noAutofit/>
          </a:bodyPr>
          <a:lstStyle/>
          <a:p>
            <a:pPr algn="ctr" rtl="1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20000"/>
            </a:pPr>
            <a:r>
              <a:rPr lang="ar-SA" sz="1200" dirty="0">
                <a:solidFill>
                  <a:schemeClr val="accent4">
                    <a:alpha val="50000"/>
                  </a:schemeClr>
                </a:solidFill>
                <a:latin typeface="SST Arabic" panose="020B0504030504020204" pitchFamily="34" charset="-78"/>
                <a:cs typeface="+mn-cs"/>
              </a:rPr>
              <a:t>أغسطس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B398E55-F01F-43F9-8BA9-EA7BA1443204}"/>
              </a:ext>
            </a:extLst>
          </p:cNvPr>
          <p:cNvSpPr txBox="1"/>
          <p:nvPr/>
        </p:nvSpPr>
        <p:spPr>
          <a:xfrm>
            <a:off x="3555653" y="2688440"/>
            <a:ext cx="5314517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algn="r" rtl="1"/>
            <a:r>
              <a:rPr lang="ar-SA" sz="16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  <a:t>ملخص منجز شهر يونيو – يوليو – أغسطس :</a:t>
            </a:r>
            <a:r>
              <a:rPr lang="en-US" sz="16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  <a:t> 507 </a:t>
            </a:r>
            <a:r>
              <a:rPr lang="ar-SA" sz="16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  <a:t>مستفيد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8A92B84-E4DE-4C25-AD85-36E8C545A10B}"/>
              </a:ext>
            </a:extLst>
          </p:cNvPr>
          <p:cNvSpPr txBox="1"/>
          <p:nvPr/>
        </p:nvSpPr>
        <p:spPr>
          <a:xfrm>
            <a:off x="8229600" y="3995050"/>
            <a:ext cx="3502492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algn="r" rtl="1"/>
            <a:r>
              <a:rPr lang="ar-SA" sz="16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  <a:t>منجز الأشهر :  </a:t>
            </a:r>
          </a:p>
        </p:txBody>
      </p:sp>
      <p:sp>
        <p:nvSpPr>
          <p:cNvPr id="11" name="SecloreFooter">
            <a:extLst>
              <a:ext uri="{FF2B5EF4-FFF2-40B4-BE49-F238E27FC236}">
                <a16:creationId xmlns:a16="http://schemas.microsoft.com/office/drawing/2014/main" id="{FE53BD42-AF09-4407-AF8B-D0497E98ECF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57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4DC46F29-BFFB-4522-87F9-6CE277B5381C}"/>
              </a:ext>
            </a:extLst>
          </p:cNvPr>
          <p:cNvSpPr/>
          <p:nvPr/>
        </p:nvSpPr>
        <p:spPr>
          <a:xfrm>
            <a:off x="1375531" y="1420157"/>
            <a:ext cx="10592075" cy="987552"/>
          </a:xfrm>
          <a:prstGeom prst="roundRect">
            <a:avLst/>
          </a:prstGeom>
          <a:gradFill>
            <a:gsLst>
              <a:gs pos="0">
                <a:srgbClr val="1D164B"/>
              </a:gs>
              <a:gs pos="90000">
                <a:srgbClr val="3B2D8A"/>
              </a:gs>
            </a:gsLst>
            <a:lin ang="2700000" scaled="1"/>
          </a:gradFill>
          <a:ln w="12700">
            <a:noFill/>
          </a:ln>
          <a:effectLst>
            <a:outerShdw blurRad="190500" algn="tl" rotWithShape="0">
              <a:prstClr val="black">
                <a:alpha val="15000"/>
              </a:prstClr>
            </a:outerShdw>
          </a:effectLst>
        </p:spPr>
        <p:txBody>
          <a:bodyPr wrap="square" tIns="0" rIns="640080" bIns="45720" anchor="ctr">
            <a:noAutofit/>
          </a:bodyPr>
          <a:lstStyle/>
          <a:p>
            <a:pPr algn="r" rtl="1">
              <a:lnSpc>
                <a:spcPct val="120000"/>
              </a:lnSpc>
            </a:pPr>
            <a:endParaRPr lang="ar-SA" sz="900" dirty="0">
              <a:solidFill>
                <a:schemeClr val="accent4"/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36" name="Title 35">
            <a:extLst>
              <a:ext uri="{FF2B5EF4-FFF2-40B4-BE49-F238E27FC236}">
                <a16:creationId xmlns:a16="http://schemas.microsoft.com/office/drawing/2014/main" id="{E545E292-BF3E-A8FF-2389-8318FE576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436" y="154155"/>
            <a:ext cx="10515600" cy="603180"/>
          </a:xfrm>
        </p:spPr>
        <p:txBody>
          <a:bodyPr/>
          <a:lstStyle/>
          <a:p>
            <a:r>
              <a:rPr lang="ar-SA" dirty="0">
                <a:solidFill>
                  <a:schemeClr val="accent2">
                    <a:lumMod val="75000"/>
                  </a:schemeClr>
                </a:solidFill>
              </a:rPr>
              <a:t>1.1</a:t>
            </a:r>
            <a:r>
              <a:rPr lang="ar-SA" dirty="0"/>
              <a:t> المنجزات</a:t>
            </a:r>
            <a:endParaRPr lang="en-US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B2E664A-AF98-B66C-DA5F-0B513761F0C9}"/>
              </a:ext>
            </a:extLst>
          </p:cNvPr>
          <p:cNvCxnSpPr>
            <a:cxnSpLocks/>
          </p:cNvCxnSpPr>
          <p:nvPr/>
        </p:nvCxnSpPr>
        <p:spPr>
          <a:xfrm flipH="1">
            <a:off x="379851" y="796402"/>
            <a:ext cx="11448955" cy="0"/>
          </a:xfrm>
          <a:prstGeom prst="line">
            <a:avLst/>
          </a:prstGeom>
          <a:ln w="28575">
            <a:gradFill flip="none" rotWithShape="1">
              <a:gsLst>
                <a:gs pos="100000">
                  <a:schemeClr val="accent2"/>
                </a:gs>
                <a:gs pos="0">
                  <a:schemeClr val="accent3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92EA03-53D2-4479-8841-E541579E9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7420" y="6498731"/>
            <a:ext cx="467734" cy="206790"/>
          </a:xfrm>
        </p:spPr>
        <p:txBody>
          <a:bodyPr/>
          <a:lstStyle/>
          <a:p>
            <a:fld id="{679EF615-E246-4FA6-9E75-123AAEB83405}" type="slidenum">
              <a:rPr lang="en-PH" smtClean="0"/>
              <a:pPr/>
              <a:t>5</a:t>
            </a:fld>
            <a:endParaRPr lang="en-PH" dirty="0"/>
          </a:p>
        </p:txBody>
      </p:sp>
      <p:sp>
        <p:nvSpPr>
          <p:cNvPr id="68" name="Text 6">
            <a:extLst>
              <a:ext uri="{FF2B5EF4-FFF2-40B4-BE49-F238E27FC236}">
                <a16:creationId xmlns:a16="http://schemas.microsoft.com/office/drawing/2014/main" id="{D26C82EF-055B-4F23-A654-3219F51D7155}"/>
              </a:ext>
            </a:extLst>
          </p:cNvPr>
          <p:cNvSpPr txBox="1"/>
          <p:nvPr/>
        </p:nvSpPr>
        <p:spPr>
          <a:xfrm>
            <a:off x="8615829" y="1586538"/>
            <a:ext cx="304861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 rtl="1">
              <a:buNone/>
            </a:pPr>
            <a:r>
              <a:rPr lang="en-US" sz="1200" kern="0" dirty="0" err="1">
                <a:solidFill>
                  <a:schemeClr val="bg1"/>
                </a:solidFill>
                <a:latin typeface="☞DIODRUM ARABIC SEMIBOLD" pitchFamily="2" charset="-78"/>
                <a:ea typeface="Tajawal" pitchFamily="34" charset="-122"/>
                <a:cs typeface="☞DIODRUM ARABIC SEMIBOLD" pitchFamily="2" charset="-78"/>
              </a:rPr>
              <a:t>إجمالي</a:t>
            </a:r>
            <a:r>
              <a:rPr lang="en-US" sz="1200" kern="0" dirty="0">
                <a:solidFill>
                  <a:schemeClr val="bg1"/>
                </a:solidFill>
                <a:latin typeface="☞DIODRUM ARABIC SEMIBOLD" pitchFamily="2" charset="-78"/>
                <a:ea typeface="Tajawal" pitchFamily="34" charset="-122"/>
                <a:cs typeface="☞DIODRUM ARABIC SEMIBOLD" pitchFamily="2" charset="-78"/>
              </a:rPr>
              <a:t> </a:t>
            </a:r>
            <a:r>
              <a:rPr lang="en-US" sz="1200" kern="0" dirty="0" err="1">
                <a:solidFill>
                  <a:schemeClr val="bg1"/>
                </a:solidFill>
                <a:latin typeface="☞DIODRUM ARABIC SEMIBOLD" pitchFamily="2" charset="-78"/>
                <a:ea typeface="Tajawal" pitchFamily="34" charset="-122"/>
                <a:cs typeface="☞DIODRUM ARABIC SEMIBOLD" pitchFamily="2" charset="-78"/>
              </a:rPr>
              <a:t>المستفيدين</a:t>
            </a:r>
            <a:endParaRPr lang="en-US" sz="1200" dirty="0">
              <a:solidFill>
                <a:schemeClr val="bg1"/>
              </a:solidFill>
              <a:latin typeface="☞DIODRUM ARABIC SEMIBOLD" pitchFamily="2" charset="-78"/>
              <a:cs typeface="☞DIODRUM ARABIC SEMIBOLD" pitchFamily="2" charset="-78"/>
            </a:endParaRPr>
          </a:p>
        </p:txBody>
      </p:sp>
      <p:sp>
        <p:nvSpPr>
          <p:cNvPr id="89" name="Text 7">
            <a:extLst>
              <a:ext uri="{FF2B5EF4-FFF2-40B4-BE49-F238E27FC236}">
                <a16:creationId xmlns:a16="http://schemas.microsoft.com/office/drawing/2014/main" id="{96357DC6-A5B8-4872-B81C-889E4A3B44BA}"/>
              </a:ext>
            </a:extLst>
          </p:cNvPr>
          <p:cNvSpPr txBox="1"/>
          <p:nvPr/>
        </p:nvSpPr>
        <p:spPr>
          <a:xfrm>
            <a:off x="9040709" y="1964732"/>
            <a:ext cx="179387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r" rtl="1">
              <a:buNone/>
              <a:defRPr sz="1200">
                <a:solidFill>
                  <a:schemeClr val="bg1">
                    <a:alpha val="65000"/>
                  </a:schemeClr>
                </a:solidFill>
                <a:latin typeface="DiodrumArabic-Bold" panose="00000800000000000000" pitchFamily="2" charset="-78"/>
                <a:ea typeface="Tajawal" pitchFamily="34" charset="-122"/>
                <a:cs typeface="DiodrumArabic-Bold" panose="00000800000000000000" pitchFamily="2" charset="-78"/>
              </a:defRPr>
            </a:lvl1pPr>
          </a:lstStyle>
          <a:p>
            <a:r>
              <a:rPr lang="en-US" sz="1100" dirty="0" err="1"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مستفيد</a:t>
            </a:r>
            <a:r>
              <a:rPr lang="en-US" sz="1100" dirty="0"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 </a:t>
            </a:r>
            <a:r>
              <a:rPr lang="ar-SA" sz="1100" dirty="0"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حتى أغسطس 2026</a:t>
            </a:r>
            <a:endParaRPr lang="en-US" sz="1100" dirty="0"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91" name="Text 8">
            <a:extLst>
              <a:ext uri="{FF2B5EF4-FFF2-40B4-BE49-F238E27FC236}">
                <a16:creationId xmlns:a16="http://schemas.microsoft.com/office/drawing/2014/main" id="{BA9160DF-2A32-4CA5-98C5-332ED2AAB71E}"/>
              </a:ext>
            </a:extLst>
          </p:cNvPr>
          <p:cNvSpPr txBox="1"/>
          <p:nvPr/>
        </p:nvSpPr>
        <p:spPr>
          <a:xfrm>
            <a:off x="10310302" y="1760632"/>
            <a:ext cx="1374343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 rtl="1">
              <a:buNone/>
            </a:pPr>
            <a:r>
              <a:rPr lang="en-US" sz="3600" dirty="0">
                <a:solidFill>
                  <a:schemeClr val="accent2"/>
                </a:solidFill>
                <a:latin typeface="DiodrumArabic-Bold" panose="00000800000000000000" pitchFamily="2" charset="-78"/>
                <a:ea typeface="Tajawal" pitchFamily="34" charset="-122"/>
                <a:cs typeface="DiodrumArabic-Bold" panose="00000800000000000000" pitchFamily="2" charset="-78"/>
              </a:rPr>
              <a:t>1273</a:t>
            </a:r>
            <a:endParaRPr lang="en-US" sz="3600" dirty="0">
              <a:solidFill>
                <a:schemeClr val="accent2"/>
              </a:solidFill>
              <a:latin typeface="DiodrumArabic-Bold" panose="00000800000000000000" pitchFamily="2" charset="-78"/>
              <a:cs typeface="DiodrumArabic-Bold" panose="00000800000000000000" pitchFamily="2" charset="-78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E078A9E-4CE5-4193-A897-39F145C94209}"/>
              </a:ext>
            </a:extLst>
          </p:cNvPr>
          <p:cNvCxnSpPr>
            <a:cxnSpLocks/>
          </p:cNvCxnSpPr>
          <p:nvPr/>
        </p:nvCxnSpPr>
        <p:spPr>
          <a:xfrm flipV="1">
            <a:off x="8874175" y="1628268"/>
            <a:ext cx="0" cy="640080"/>
          </a:xfrm>
          <a:prstGeom prst="line">
            <a:avLst/>
          </a:prstGeom>
          <a:noFill/>
          <a:ln w="15875" cap="rnd" cmpd="sng" algn="ctr">
            <a:solidFill>
              <a:schemeClr val="bg1">
                <a:alpha val="50000"/>
              </a:schemeClr>
            </a:solidFill>
            <a:prstDash val="solid"/>
            <a:round/>
          </a:ln>
          <a:effectLst/>
        </p:spPr>
      </p:cxnSp>
      <p:sp>
        <p:nvSpPr>
          <p:cNvPr id="94" name="Text 9">
            <a:extLst>
              <a:ext uri="{FF2B5EF4-FFF2-40B4-BE49-F238E27FC236}">
                <a16:creationId xmlns:a16="http://schemas.microsoft.com/office/drawing/2014/main" id="{B9FC14F6-BEC1-40B0-B051-3CC4C9959751}"/>
              </a:ext>
            </a:extLst>
          </p:cNvPr>
          <p:cNvSpPr txBox="1"/>
          <p:nvPr/>
        </p:nvSpPr>
        <p:spPr>
          <a:xfrm>
            <a:off x="5390144" y="1575634"/>
            <a:ext cx="3238805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 rtl="1">
              <a:buNone/>
            </a:pPr>
            <a:r>
              <a:rPr lang="ar-SA" sz="1200" kern="0" dirty="0">
                <a:solidFill>
                  <a:schemeClr val="bg1"/>
                </a:solidFill>
                <a:latin typeface="☞DIODRUM ARABIC SEMIBOLD" pitchFamily="2" charset="-78"/>
                <a:ea typeface="Tajawal" pitchFamily="34" charset="-122"/>
                <a:cs typeface="☞DIODRUM ARABIC SEMIBOLD" pitchFamily="2" charset="-78"/>
              </a:rPr>
              <a:t>إجمالي البرامج وورش العمل </a:t>
            </a:r>
            <a:endParaRPr lang="en-US" sz="1200" dirty="0">
              <a:solidFill>
                <a:schemeClr val="bg1"/>
              </a:solidFill>
              <a:latin typeface="☞DIODRUM ARABIC SEMIBOLD" pitchFamily="2" charset="-78"/>
              <a:cs typeface="☞DIODRUM ARABIC SEMIBOLD" pitchFamily="2" charset="-78"/>
            </a:endParaRPr>
          </a:p>
        </p:txBody>
      </p:sp>
      <p:sp>
        <p:nvSpPr>
          <p:cNvPr id="96" name="Text 11">
            <a:extLst>
              <a:ext uri="{FF2B5EF4-FFF2-40B4-BE49-F238E27FC236}">
                <a16:creationId xmlns:a16="http://schemas.microsoft.com/office/drawing/2014/main" id="{5F3F62D7-8774-41EF-A50D-3547A8E29C1A}"/>
              </a:ext>
            </a:extLst>
          </p:cNvPr>
          <p:cNvSpPr txBox="1"/>
          <p:nvPr/>
        </p:nvSpPr>
        <p:spPr>
          <a:xfrm>
            <a:off x="7750602" y="1793681"/>
            <a:ext cx="833018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 rtl="1">
              <a:buNone/>
            </a:pPr>
            <a:r>
              <a:rPr lang="en-US" sz="4000" dirty="0">
                <a:solidFill>
                  <a:schemeClr val="accent5"/>
                </a:solidFill>
                <a:latin typeface="DiodrumArabic-Bold" panose="00000800000000000000" pitchFamily="2" charset="-78"/>
                <a:ea typeface="Tajawal" pitchFamily="34" charset="-122"/>
                <a:cs typeface="DiodrumArabic-Bold" panose="00000800000000000000" pitchFamily="2" charset="-78"/>
              </a:rPr>
              <a:t>54</a:t>
            </a:r>
            <a:endParaRPr lang="en-US" sz="4000" dirty="0">
              <a:solidFill>
                <a:schemeClr val="accent5"/>
              </a:solidFill>
              <a:latin typeface="DiodrumArabic-Bold" panose="00000800000000000000" pitchFamily="2" charset="-78"/>
              <a:cs typeface="DiodrumArabic-Bold" panose="00000800000000000000" pitchFamily="2" charset="-78"/>
            </a:endParaRP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40882AD-4A21-4BB4-B7BE-AEC48A197751}"/>
              </a:ext>
            </a:extLst>
          </p:cNvPr>
          <p:cNvGrpSpPr/>
          <p:nvPr/>
        </p:nvGrpSpPr>
        <p:grpSpPr>
          <a:xfrm>
            <a:off x="8267699" y="4678854"/>
            <a:ext cx="3416969" cy="1429176"/>
            <a:chOff x="8445526" y="3071670"/>
            <a:chExt cx="3383280" cy="3305393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CFE171BD-3034-4064-A0A3-38DEE229FE97}"/>
                </a:ext>
              </a:extLst>
            </p:cNvPr>
            <p:cNvSpPr/>
            <p:nvPr/>
          </p:nvSpPr>
          <p:spPr>
            <a:xfrm>
              <a:off x="8445526" y="3071670"/>
              <a:ext cx="3383280" cy="2468881"/>
            </a:xfrm>
            <a:prstGeom prst="roundRect">
              <a:avLst>
                <a:gd name="adj" fmla="val 3781"/>
              </a:avLst>
            </a:prstGeom>
            <a:solidFill>
              <a:schemeClr val="accent4"/>
            </a:solidFill>
            <a:ln w="1587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algn="justLow" rtl="1">
                <a:lnSpc>
                  <a:spcPct val="150000"/>
                </a:lnSpc>
              </a:pPr>
              <a:endParaRPr lang="ar-SA" sz="105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endParaRPr>
            </a:p>
          </p:txBody>
        </p:sp>
        <p:sp>
          <p:nvSpPr>
            <p:cNvPr id="117" name="Rectangle: Rounded Corners 116">
              <a:extLst>
                <a:ext uri="{FF2B5EF4-FFF2-40B4-BE49-F238E27FC236}">
                  <a16:creationId xmlns:a16="http://schemas.microsoft.com/office/drawing/2014/main" id="{889F7306-80E4-48A3-8D51-696338C1562C}"/>
                </a:ext>
              </a:extLst>
            </p:cNvPr>
            <p:cNvSpPr/>
            <p:nvPr/>
          </p:nvSpPr>
          <p:spPr>
            <a:xfrm>
              <a:off x="8445526" y="3118817"/>
              <a:ext cx="3383280" cy="3258246"/>
            </a:xfrm>
            <a:prstGeom prst="roundRect">
              <a:avLst>
                <a:gd name="adj" fmla="val 3781"/>
              </a:avLst>
            </a:prstGeom>
            <a:solidFill>
              <a:schemeClr val="bg1"/>
            </a:solidFill>
            <a:ln w="15875">
              <a:noFill/>
            </a:ln>
            <a:effectLst>
              <a:outerShdw blurRad="1905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algn="justLow" rtl="1">
                <a:lnSpc>
                  <a:spcPct val="150000"/>
                </a:lnSpc>
              </a:pPr>
              <a:endParaRPr lang="ar-SA" sz="105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endParaRPr>
            </a:p>
          </p:txBody>
        </p:sp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6007AB5C-4E78-46FF-876C-B0A2AC9ACEF8}"/>
              </a:ext>
            </a:extLst>
          </p:cNvPr>
          <p:cNvSpPr txBox="1"/>
          <p:nvPr/>
        </p:nvSpPr>
        <p:spPr>
          <a:xfrm>
            <a:off x="10479511" y="4933603"/>
            <a:ext cx="1167650" cy="948432"/>
          </a:xfrm>
          <a:prstGeom prst="roundRect">
            <a:avLst>
              <a:gd name="adj" fmla="val 7882"/>
            </a:avLst>
          </a:prstGeom>
          <a:noFill/>
          <a:ln w="12700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3200" dirty="0">
                <a:solidFill>
                  <a:srgbClr val="002060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142</a:t>
            </a:r>
            <a:br>
              <a:rPr lang="ar-SA" sz="20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</a:br>
            <a:r>
              <a:rPr lang="ar-SA" sz="100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مستفيد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F987E19-26E3-4CFA-B3F6-E3DB54E21F8E}"/>
              </a:ext>
            </a:extLst>
          </p:cNvPr>
          <p:cNvSpPr txBox="1"/>
          <p:nvPr/>
        </p:nvSpPr>
        <p:spPr>
          <a:xfrm>
            <a:off x="9528329" y="5021695"/>
            <a:ext cx="1097557" cy="782169"/>
          </a:xfrm>
          <a:prstGeom prst="roundRect">
            <a:avLst>
              <a:gd name="adj" fmla="val 6656"/>
            </a:avLst>
          </a:prstGeom>
          <a:noFill/>
          <a:ln w="15875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3600" dirty="0">
                <a:solidFill>
                  <a:schemeClr val="accent2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5</a:t>
            </a:r>
            <a:br>
              <a:rPr lang="ar-SA" sz="3200" dirty="0">
                <a:solidFill>
                  <a:schemeClr val="accent4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</a:br>
            <a:r>
              <a:rPr lang="ar-SA" sz="120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برامج وورش 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246785D6-7BEE-466F-B047-53B85FB6FBC4}"/>
              </a:ext>
            </a:extLst>
          </p:cNvPr>
          <p:cNvGrpSpPr/>
          <p:nvPr/>
        </p:nvGrpSpPr>
        <p:grpSpPr>
          <a:xfrm>
            <a:off x="8526702" y="5112455"/>
            <a:ext cx="955437" cy="706528"/>
            <a:chOff x="8239353" y="2813038"/>
            <a:chExt cx="1056003" cy="1247117"/>
          </a:xfrm>
        </p:grpSpPr>
        <p:sp>
          <p:nvSpPr>
            <p:cNvPr id="126" name="Text 6">
              <a:extLst>
                <a:ext uri="{FF2B5EF4-FFF2-40B4-BE49-F238E27FC236}">
                  <a16:creationId xmlns:a16="http://schemas.microsoft.com/office/drawing/2014/main" id="{20680B88-BDD7-405F-9C98-FE7B84CC646C}"/>
                </a:ext>
              </a:extLst>
            </p:cNvPr>
            <p:cNvSpPr/>
            <p:nvPr/>
          </p:nvSpPr>
          <p:spPr>
            <a:xfrm>
              <a:off x="8239353" y="2813038"/>
              <a:ext cx="1056003" cy="516572"/>
            </a:xfrm>
            <a:prstGeom prst="roundRect">
              <a:avLst/>
            </a:prstGeom>
            <a:noFill/>
            <a:ln w="15875">
              <a:solidFill>
                <a:schemeClr val="accent4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45720" tIns="0" rIns="45720" bIns="0" rtlCol="0" anchor="ctr"/>
            <a:lstStyle/>
            <a:p>
              <a:pPr algn="ctr" rtl="1"/>
              <a:r>
                <a:rPr lang="ar-SA" sz="1050" dirty="0">
                  <a:solidFill>
                    <a:schemeClr val="accent4"/>
                  </a:solidFill>
                  <a:latin typeface="DiodrumArabic-Bold" panose="00000800000000000000" pitchFamily="2" charset="-78"/>
                  <a:cs typeface="DiodrumArabic-Bold" panose="00000800000000000000" pitchFamily="2" charset="-78"/>
                </a:rPr>
                <a:t>2</a:t>
              </a:r>
              <a:r>
                <a:rPr lang="ar-SA" sz="1050" dirty="0">
                  <a:solidFill>
                    <a:schemeClr val="accent4"/>
                  </a:solidFill>
                  <a:latin typeface="DiodrumArabic-Semibold" panose="00000700000000000000" pitchFamily="2" charset="-78"/>
                  <a:ea typeface="+mn-ea"/>
                  <a:cs typeface="DiodrumArabic-Semibold" panose="00000700000000000000" pitchFamily="2" charset="-78"/>
                </a:rPr>
                <a:t> </a:t>
              </a:r>
              <a:r>
                <a:rPr lang="ar-SA" sz="900" dirty="0">
                  <a:solidFill>
                    <a:schemeClr val="accent4"/>
                  </a:solidFill>
                  <a:latin typeface="☞DIODRUM ARABIC MEDIUM" panose="00000600000000000000" pitchFamily="2" charset="-78"/>
                  <a:cs typeface="☞DIODRUM ARABIC MEDIUM" panose="00000600000000000000" pitchFamily="2" charset="-78"/>
                </a:rPr>
                <a:t>برنامج دولي</a:t>
              </a:r>
              <a:endParaRPr lang="ar-SA" sz="105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endParaRPr>
            </a:p>
          </p:txBody>
        </p:sp>
        <p:sp>
          <p:nvSpPr>
            <p:cNvPr id="127" name="Text 6">
              <a:extLst>
                <a:ext uri="{FF2B5EF4-FFF2-40B4-BE49-F238E27FC236}">
                  <a16:creationId xmlns:a16="http://schemas.microsoft.com/office/drawing/2014/main" id="{3E5AB687-83EF-4FAF-BFC0-7B2E36D7A435}"/>
                </a:ext>
              </a:extLst>
            </p:cNvPr>
            <p:cNvSpPr/>
            <p:nvPr/>
          </p:nvSpPr>
          <p:spPr>
            <a:xfrm>
              <a:off x="8239353" y="3543583"/>
              <a:ext cx="1056003" cy="516572"/>
            </a:xfrm>
            <a:prstGeom prst="roundRect">
              <a:avLst/>
            </a:prstGeom>
            <a:noFill/>
            <a:ln w="15875">
              <a:solidFill>
                <a:schemeClr val="accent4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45720" tIns="0" rIns="45720" bIns="0" rtlCol="0" anchor="ctr"/>
            <a:lstStyle/>
            <a:p>
              <a:pPr algn="ctr" rtl="1"/>
              <a:r>
                <a:rPr lang="ar-SA" sz="1050" dirty="0">
                  <a:solidFill>
                    <a:schemeClr val="accent4"/>
                  </a:solidFill>
                  <a:latin typeface="DiodrumArabic-Bold" panose="00000800000000000000" pitchFamily="2" charset="-78"/>
                  <a:cs typeface="DiodrumArabic-Bold" panose="00000800000000000000" pitchFamily="2" charset="-78"/>
                </a:rPr>
                <a:t>3 </a:t>
              </a:r>
              <a:r>
                <a:rPr lang="ar-SA" sz="1050" dirty="0">
                  <a:solidFill>
                    <a:schemeClr val="accent4"/>
                  </a:solidFill>
                  <a:latin typeface="DiodrumArabic-Semibold" panose="00000700000000000000" pitchFamily="2" charset="-78"/>
                  <a:ea typeface="+mn-ea"/>
                  <a:cs typeface="DiodrumArabic-Semibold" panose="00000700000000000000" pitchFamily="2" charset="-78"/>
                </a:rPr>
                <a:t> </a:t>
              </a:r>
              <a:r>
                <a:rPr lang="ar-SA" sz="900" dirty="0">
                  <a:solidFill>
                    <a:schemeClr val="accent4"/>
                  </a:solidFill>
                  <a:latin typeface="☞DIODRUM ARABIC MEDIUM" panose="00000600000000000000" pitchFamily="2" charset="-78"/>
                  <a:ea typeface="+mn-ea"/>
                  <a:cs typeface="☞DIODRUM ARABIC MEDIUM" panose="00000600000000000000" pitchFamily="2" charset="-78"/>
                </a:rPr>
                <a:t>ورش عمل </a:t>
              </a:r>
              <a:endParaRPr lang="ar-SA" sz="105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endParaRPr>
            </a:p>
          </p:txBody>
        </p:sp>
      </p:grp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79303B75-701B-4564-842A-D30F56543B68}"/>
              </a:ext>
            </a:extLst>
          </p:cNvPr>
          <p:cNvCxnSpPr>
            <a:cxnSpLocks/>
          </p:cNvCxnSpPr>
          <p:nvPr/>
        </p:nvCxnSpPr>
        <p:spPr>
          <a:xfrm flipV="1">
            <a:off x="10633831" y="5112456"/>
            <a:ext cx="0" cy="706527"/>
          </a:xfrm>
          <a:prstGeom prst="line">
            <a:avLst/>
          </a:prstGeom>
          <a:ln w="15875" cap="flat" cmpd="sng" algn="ctr">
            <a:solidFill>
              <a:schemeClr val="accent4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568F36AA-BCC8-45B9-AF6F-9589987B97E4}"/>
              </a:ext>
            </a:extLst>
          </p:cNvPr>
          <p:cNvSpPr txBox="1"/>
          <p:nvPr/>
        </p:nvSpPr>
        <p:spPr>
          <a:xfrm>
            <a:off x="5970170" y="1010551"/>
            <a:ext cx="5711122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algn="r" rtl="1"/>
            <a:r>
              <a:rPr lang="ar-SA" sz="16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  <a:t>ملخص منجز برنامج قدراتك – حتى أغسطس 2026 : 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C1CF0FD-2E01-4D38-83BF-BE3664C852B9}"/>
              </a:ext>
            </a:extLst>
          </p:cNvPr>
          <p:cNvCxnSpPr>
            <a:cxnSpLocks/>
          </p:cNvCxnSpPr>
          <p:nvPr/>
        </p:nvCxnSpPr>
        <p:spPr>
          <a:xfrm>
            <a:off x="420736" y="4597177"/>
            <a:ext cx="11348354" cy="0"/>
          </a:xfrm>
          <a:prstGeom prst="line">
            <a:avLst/>
          </a:prstGeom>
          <a:ln w="19050">
            <a:solidFill>
              <a:schemeClr val="accent4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9B0B2F4-9466-4CB3-ADF5-D5FC85CF738D}"/>
              </a:ext>
            </a:extLst>
          </p:cNvPr>
          <p:cNvSpPr txBox="1"/>
          <p:nvPr/>
        </p:nvSpPr>
        <p:spPr>
          <a:xfrm>
            <a:off x="9146836" y="4434520"/>
            <a:ext cx="1441588" cy="32531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alpha val="10000"/>
              </a:schemeClr>
            </a:solidFill>
          </a:ln>
        </p:spPr>
        <p:txBody>
          <a:bodyPr wrap="square" lIns="0" rIns="0" bIns="91440" anchor="ctr">
            <a:noAutofit/>
          </a:bodyPr>
          <a:lstStyle/>
          <a:p>
            <a:pPr algn="ctr" rtl="1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20000"/>
            </a:pPr>
            <a:r>
              <a:rPr lang="ar-SA" sz="1200" dirty="0">
                <a:solidFill>
                  <a:schemeClr val="accent4">
                    <a:alpha val="50000"/>
                  </a:schemeClr>
                </a:solidFill>
                <a:latin typeface="SST Arabic" panose="020B0504030504020204" pitchFamily="34" charset="-78"/>
                <a:cs typeface="+mn-cs"/>
              </a:rPr>
              <a:t>يونيو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FA9B8E-16CE-42BB-9D80-98ABA66C1D09}"/>
              </a:ext>
            </a:extLst>
          </p:cNvPr>
          <p:cNvSpPr txBox="1"/>
          <p:nvPr/>
        </p:nvSpPr>
        <p:spPr>
          <a:xfrm>
            <a:off x="6146932" y="5007544"/>
            <a:ext cx="167479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dirty="0"/>
              <a:t>في المركز 3 ورش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D6ADD8-C438-4985-B46E-4712AC12B19B}"/>
              </a:ext>
            </a:extLst>
          </p:cNvPr>
          <p:cNvSpPr txBox="1"/>
          <p:nvPr/>
        </p:nvSpPr>
        <p:spPr>
          <a:xfrm>
            <a:off x="-2593607" y="0"/>
            <a:ext cx="1578543" cy="2965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dirty="0"/>
              <a:t>اجمالي الاون لاين لسنة 2026 ( 797) 7 ورش وبرنامج </a:t>
            </a:r>
            <a:br>
              <a:rPr lang="ar-SA" dirty="0"/>
            </a:br>
            <a:r>
              <a:rPr lang="ar-SA" dirty="0"/>
              <a:t>الثلاث شهور ( 257) جون ( 0 ) يولويو ( 59 ) ورشة / اغسطس ( 198 ) ورشتين </a:t>
            </a:r>
            <a:endParaRPr lang="en-US" dirty="0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00DBD63-F0DB-4547-AA60-9DFB045A903C}"/>
              </a:ext>
            </a:extLst>
          </p:cNvPr>
          <p:cNvGrpSpPr/>
          <p:nvPr/>
        </p:nvGrpSpPr>
        <p:grpSpPr>
          <a:xfrm>
            <a:off x="4786560" y="4666118"/>
            <a:ext cx="3112168" cy="1404482"/>
            <a:chOff x="8445526" y="3071670"/>
            <a:chExt cx="3383280" cy="3305393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B0796056-8051-44B2-B322-017FFF3274BC}"/>
                </a:ext>
              </a:extLst>
            </p:cNvPr>
            <p:cNvSpPr/>
            <p:nvPr/>
          </p:nvSpPr>
          <p:spPr>
            <a:xfrm>
              <a:off x="8445526" y="3071670"/>
              <a:ext cx="3383280" cy="2468881"/>
            </a:xfrm>
            <a:prstGeom prst="roundRect">
              <a:avLst>
                <a:gd name="adj" fmla="val 3781"/>
              </a:avLst>
            </a:prstGeom>
            <a:solidFill>
              <a:schemeClr val="accent4"/>
            </a:solidFill>
            <a:ln w="1587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algn="justLow" rtl="1">
                <a:lnSpc>
                  <a:spcPct val="150000"/>
                </a:lnSpc>
              </a:pPr>
              <a:endParaRPr lang="ar-SA" sz="105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endParaRPr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C24C7C7B-680D-4BC4-BE76-3410FB008927}"/>
                </a:ext>
              </a:extLst>
            </p:cNvPr>
            <p:cNvSpPr/>
            <p:nvPr/>
          </p:nvSpPr>
          <p:spPr>
            <a:xfrm>
              <a:off x="8445526" y="3118817"/>
              <a:ext cx="3383280" cy="3258246"/>
            </a:xfrm>
            <a:prstGeom prst="roundRect">
              <a:avLst>
                <a:gd name="adj" fmla="val 3781"/>
              </a:avLst>
            </a:prstGeom>
            <a:solidFill>
              <a:schemeClr val="bg1"/>
            </a:solidFill>
            <a:ln w="15875">
              <a:noFill/>
            </a:ln>
            <a:effectLst>
              <a:outerShdw blurRad="1905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algn="justLow" rtl="1">
                <a:lnSpc>
                  <a:spcPct val="150000"/>
                </a:lnSpc>
              </a:pPr>
              <a:endParaRPr lang="ar-SA" sz="105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EAE06027-2BC1-44CA-833F-FA2430FD24A0}"/>
              </a:ext>
            </a:extLst>
          </p:cNvPr>
          <p:cNvSpPr txBox="1"/>
          <p:nvPr/>
        </p:nvSpPr>
        <p:spPr>
          <a:xfrm>
            <a:off x="6686494" y="4952949"/>
            <a:ext cx="1167650" cy="948432"/>
          </a:xfrm>
          <a:prstGeom prst="roundRect">
            <a:avLst>
              <a:gd name="adj" fmla="val 7882"/>
            </a:avLst>
          </a:prstGeom>
          <a:noFill/>
          <a:ln w="12700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3200" dirty="0">
                <a:solidFill>
                  <a:srgbClr val="002060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190</a:t>
            </a:r>
            <a:br>
              <a:rPr lang="ar-SA" sz="20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</a:br>
            <a:r>
              <a:rPr lang="ar-SA" sz="100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مستفيد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4AB9714-F3A9-486F-865B-7AC681BAFB3F}"/>
              </a:ext>
            </a:extLst>
          </p:cNvPr>
          <p:cNvSpPr txBox="1"/>
          <p:nvPr/>
        </p:nvSpPr>
        <p:spPr>
          <a:xfrm>
            <a:off x="5893466" y="5041041"/>
            <a:ext cx="1047125" cy="782169"/>
          </a:xfrm>
          <a:prstGeom prst="roundRect">
            <a:avLst>
              <a:gd name="adj" fmla="val 6656"/>
            </a:avLst>
          </a:prstGeom>
          <a:noFill/>
          <a:ln w="15875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3600" dirty="0">
                <a:solidFill>
                  <a:schemeClr val="accent2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7</a:t>
            </a:r>
            <a:br>
              <a:rPr lang="ar-SA" sz="3200" dirty="0">
                <a:solidFill>
                  <a:schemeClr val="accent4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</a:br>
            <a:r>
              <a:rPr lang="ar-SA" sz="120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برامج وورش 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4427C17-ADFF-4370-8AB3-46D8D75811F2}"/>
              </a:ext>
            </a:extLst>
          </p:cNvPr>
          <p:cNvGrpSpPr/>
          <p:nvPr/>
        </p:nvGrpSpPr>
        <p:grpSpPr>
          <a:xfrm>
            <a:off x="4926191" y="5131801"/>
            <a:ext cx="955438" cy="706528"/>
            <a:chOff x="8239352" y="2813038"/>
            <a:chExt cx="1056004" cy="1247117"/>
          </a:xfrm>
        </p:grpSpPr>
        <p:sp>
          <p:nvSpPr>
            <p:cNvPr id="80" name="Text 6">
              <a:extLst>
                <a:ext uri="{FF2B5EF4-FFF2-40B4-BE49-F238E27FC236}">
                  <a16:creationId xmlns:a16="http://schemas.microsoft.com/office/drawing/2014/main" id="{D1319152-55FA-4414-809A-7B6403A84B6B}"/>
                </a:ext>
              </a:extLst>
            </p:cNvPr>
            <p:cNvSpPr/>
            <p:nvPr/>
          </p:nvSpPr>
          <p:spPr>
            <a:xfrm>
              <a:off x="8239352" y="2813038"/>
              <a:ext cx="1056001" cy="516572"/>
            </a:xfrm>
            <a:prstGeom prst="roundRect">
              <a:avLst/>
            </a:prstGeom>
            <a:noFill/>
            <a:ln w="15875">
              <a:solidFill>
                <a:schemeClr val="accent4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45720" tIns="0" rIns="45720" bIns="0" rtlCol="0" anchor="ctr"/>
            <a:lstStyle/>
            <a:p>
              <a:pPr algn="ctr" rtl="1"/>
              <a:r>
                <a:rPr lang="ar-SA" sz="1050" dirty="0">
                  <a:solidFill>
                    <a:schemeClr val="accent4"/>
                  </a:solidFill>
                  <a:latin typeface="DiodrumArabic-Bold" panose="00000800000000000000" pitchFamily="2" charset="-78"/>
                  <a:cs typeface="DiodrumArabic-Bold" panose="00000800000000000000" pitchFamily="2" charset="-78"/>
                </a:rPr>
                <a:t>2</a:t>
              </a:r>
              <a:r>
                <a:rPr lang="ar-SA" sz="1050" dirty="0">
                  <a:solidFill>
                    <a:schemeClr val="accent4"/>
                  </a:solidFill>
                  <a:latin typeface="DiodrumArabic-Semibold" panose="00000700000000000000" pitchFamily="2" charset="-78"/>
                  <a:ea typeface="+mn-ea"/>
                  <a:cs typeface="DiodrumArabic-Semibold" panose="00000700000000000000" pitchFamily="2" charset="-78"/>
                </a:rPr>
                <a:t> </a:t>
              </a:r>
              <a:r>
                <a:rPr lang="ar-SA" sz="900" dirty="0">
                  <a:solidFill>
                    <a:schemeClr val="accent4"/>
                  </a:solidFill>
                  <a:latin typeface="☞DIODRUM ARABIC MEDIUM" panose="00000600000000000000" pitchFamily="2" charset="-78"/>
                  <a:cs typeface="☞DIODRUM ARABIC MEDIUM" panose="00000600000000000000" pitchFamily="2" charset="-78"/>
                </a:rPr>
                <a:t>برنامج محلي</a:t>
              </a:r>
              <a:endParaRPr lang="ar-SA" sz="105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endParaRPr>
            </a:p>
          </p:txBody>
        </p:sp>
        <p:sp>
          <p:nvSpPr>
            <p:cNvPr id="81" name="Text 6">
              <a:extLst>
                <a:ext uri="{FF2B5EF4-FFF2-40B4-BE49-F238E27FC236}">
                  <a16:creationId xmlns:a16="http://schemas.microsoft.com/office/drawing/2014/main" id="{8DEA86F2-7916-4EF5-8306-70CB327458FD}"/>
                </a:ext>
              </a:extLst>
            </p:cNvPr>
            <p:cNvSpPr/>
            <p:nvPr/>
          </p:nvSpPr>
          <p:spPr>
            <a:xfrm>
              <a:off x="8239353" y="3543583"/>
              <a:ext cx="1056003" cy="516572"/>
            </a:xfrm>
            <a:prstGeom prst="roundRect">
              <a:avLst/>
            </a:prstGeom>
            <a:noFill/>
            <a:ln w="15875">
              <a:solidFill>
                <a:schemeClr val="accent4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45720" tIns="0" rIns="45720" bIns="0" rtlCol="0" anchor="ctr"/>
            <a:lstStyle/>
            <a:p>
              <a:pPr algn="ctr" rtl="1"/>
              <a:r>
                <a:rPr lang="ar-SA" sz="1050" dirty="0">
                  <a:solidFill>
                    <a:schemeClr val="accent4"/>
                  </a:solidFill>
                  <a:latin typeface="DiodrumArabic-Bold" panose="00000800000000000000" pitchFamily="2" charset="-78"/>
                  <a:cs typeface="DiodrumArabic-Bold" panose="00000800000000000000" pitchFamily="2" charset="-78"/>
                </a:rPr>
                <a:t>5</a:t>
              </a:r>
              <a:r>
                <a:rPr lang="ar-SA" sz="1050" dirty="0">
                  <a:solidFill>
                    <a:schemeClr val="accent4"/>
                  </a:solidFill>
                  <a:latin typeface="DiodrumArabic-Semibold" panose="00000700000000000000" pitchFamily="2" charset="-78"/>
                  <a:ea typeface="+mn-ea"/>
                  <a:cs typeface="DiodrumArabic-Semibold" panose="00000700000000000000" pitchFamily="2" charset="-78"/>
                </a:rPr>
                <a:t> </a:t>
              </a:r>
              <a:r>
                <a:rPr lang="ar-SA" sz="900" dirty="0">
                  <a:solidFill>
                    <a:schemeClr val="accent4"/>
                  </a:solidFill>
                  <a:latin typeface="☞DIODRUM ARABIC MEDIUM" panose="00000600000000000000" pitchFamily="2" charset="-78"/>
                  <a:ea typeface="+mn-ea"/>
                  <a:cs typeface="☞DIODRUM ARABIC MEDIUM" panose="00000600000000000000" pitchFamily="2" charset="-78"/>
                </a:rPr>
                <a:t>ورش عمل</a:t>
              </a:r>
              <a:endParaRPr lang="ar-SA" sz="105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endParaRPr>
            </a:p>
          </p:txBody>
        </p:sp>
      </p:grp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3831EEB-7B07-4681-BB8E-FD0D8ED54BFD}"/>
              </a:ext>
            </a:extLst>
          </p:cNvPr>
          <p:cNvCxnSpPr>
            <a:cxnSpLocks/>
          </p:cNvCxnSpPr>
          <p:nvPr/>
        </p:nvCxnSpPr>
        <p:spPr>
          <a:xfrm flipV="1">
            <a:off x="6872895" y="5131802"/>
            <a:ext cx="0" cy="706527"/>
          </a:xfrm>
          <a:prstGeom prst="line">
            <a:avLst/>
          </a:prstGeom>
          <a:ln w="15875" cap="flat" cmpd="sng" algn="ctr">
            <a:solidFill>
              <a:schemeClr val="accent4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0959569C-5310-460E-A472-F47D9E375237}"/>
              </a:ext>
            </a:extLst>
          </p:cNvPr>
          <p:cNvSpPr txBox="1"/>
          <p:nvPr/>
        </p:nvSpPr>
        <p:spPr>
          <a:xfrm>
            <a:off x="2413444" y="4959418"/>
            <a:ext cx="167479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dirty="0"/>
              <a:t>في المركز 3 ورش </a:t>
            </a:r>
            <a:endParaRPr lang="en-US" dirty="0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C9E6477-7945-48C9-BD3A-7AC9C59EFBD9}"/>
              </a:ext>
            </a:extLst>
          </p:cNvPr>
          <p:cNvGrpSpPr/>
          <p:nvPr/>
        </p:nvGrpSpPr>
        <p:grpSpPr>
          <a:xfrm>
            <a:off x="841533" y="4611976"/>
            <a:ext cx="3326455" cy="1534824"/>
            <a:chOff x="8445526" y="3071670"/>
            <a:chExt cx="3383280" cy="3305393"/>
          </a:xfrm>
        </p:grpSpPr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6CEA4D4B-0566-444F-AAEA-FE5D0A2C8695}"/>
                </a:ext>
              </a:extLst>
            </p:cNvPr>
            <p:cNvSpPr/>
            <p:nvPr/>
          </p:nvSpPr>
          <p:spPr>
            <a:xfrm>
              <a:off x="8445526" y="3071670"/>
              <a:ext cx="3383280" cy="2468881"/>
            </a:xfrm>
            <a:prstGeom prst="roundRect">
              <a:avLst>
                <a:gd name="adj" fmla="val 3781"/>
              </a:avLst>
            </a:prstGeom>
            <a:solidFill>
              <a:schemeClr val="accent4"/>
            </a:solidFill>
            <a:ln w="1587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algn="justLow" rtl="1">
                <a:lnSpc>
                  <a:spcPct val="150000"/>
                </a:lnSpc>
              </a:pPr>
              <a:endParaRPr lang="ar-SA" sz="105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endParaRPr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15F66ABF-1427-416E-A3DF-E8062C4B9559}"/>
                </a:ext>
              </a:extLst>
            </p:cNvPr>
            <p:cNvSpPr/>
            <p:nvPr/>
          </p:nvSpPr>
          <p:spPr>
            <a:xfrm>
              <a:off x="8445526" y="3118817"/>
              <a:ext cx="3383280" cy="3258246"/>
            </a:xfrm>
            <a:prstGeom prst="roundRect">
              <a:avLst>
                <a:gd name="adj" fmla="val 3781"/>
              </a:avLst>
            </a:prstGeom>
            <a:solidFill>
              <a:schemeClr val="bg1"/>
            </a:solidFill>
            <a:ln w="15875">
              <a:noFill/>
            </a:ln>
            <a:effectLst>
              <a:outerShdw blurRad="1905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algn="justLow" rtl="1">
                <a:lnSpc>
                  <a:spcPct val="150000"/>
                </a:lnSpc>
              </a:pPr>
              <a:endParaRPr lang="ar-SA" sz="105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endParaRPr>
            </a:p>
          </p:txBody>
        </p: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B5BD6FB0-E623-44FD-8FC3-AF11EBC68CF3}"/>
              </a:ext>
            </a:extLst>
          </p:cNvPr>
          <p:cNvSpPr txBox="1"/>
          <p:nvPr/>
        </p:nvSpPr>
        <p:spPr>
          <a:xfrm>
            <a:off x="3081342" y="4985035"/>
            <a:ext cx="1167650" cy="948432"/>
          </a:xfrm>
          <a:prstGeom prst="roundRect">
            <a:avLst>
              <a:gd name="adj" fmla="val 7882"/>
            </a:avLst>
          </a:prstGeom>
          <a:noFill/>
          <a:ln w="12700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3200" dirty="0">
                <a:solidFill>
                  <a:srgbClr val="002060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175</a:t>
            </a:r>
            <a:br>
              <a:rPr lang="ar-SA" sz="32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</a:br>
            <a:r>
              <a:rPr lang="ar-SA" sz="120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مستفيد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9732FF5-4218-4083-AA9D-DDC65954FFD7}"/>
              </a:ext>
            </a:extLst>
          </p:cNvPr>
          <p:cNvSpPr txBox="1"/>
          <p:nvPr/>
        </p:nvSpPr>
        <p:spPr>
          <a:xfrm>
            <a:off x="1761198" y="5073127"/>
            <a:ext cx="1750703" cy="782169"/>
          </a:xfrm>
          <a:prstGeom prst="roundRect">
            <a:avLst>
              <a:gd name="adj" fmla="val 6656"/>
            </a:avLst>
          </a:prstGeom>
          <a:noFill/>
          <a:ln w="15875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3600" dirty="0">
                <a:solidFill>
                  <a:schemeClr val="accent2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7</a:t>
            </a:r>
            <a:br>
              <a:rPr lang="ar-SA" sz="3200" dirty="0">
                <a:solidFill>
                  <a:schemeClr val="accent4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</a:br>
            <a:r>
              <a:rPr lang="ar-SA" sz="120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برامج وورش 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62757E4-E64A-49C1-BDD1-0BEE3E4B7900}"/>
              </a:ext>
            </a:extLst>
          </p:cNvPr>
          <p:cNvGrpSpPr/>
          <p:nvPr/>
        </p:nvGrpSpPr>
        <p:grpSpPr>
          <a:xfrm>
            <a:off x="1144579" y="5163887"/>
            <a:ext cx="955437" cy="706528"/>
            <a:chOff x="8239353" y="2813038"/>
            <a:chExt cx="1056003" cy="1247117"/>
          </a:xfrm>
        </p:grpSpPr>
        <p:sp>
          <p:nvSpPr>
            <p:cNvPr id="106" name="Text 6">
              <a:extLst>
                <a:ext uri="{FF2B5EF4-FFF2-40B4-BE49-F238E27FC236}">
                  <a16:creationId xmlns:a16="http://schemas.microsoft.com/office/drawing/2014/main" id="{88BFD544-9F20-4D5B-BC6F-C417A7DD4AFB}"/>
                </a:ext>
              </a:extLst>
            </p:cNvPr>
            <p:cNvSpPr/>
            <p:nvPr/>
          </p:nvSpPr>
          <p:spPr>
            <a:xfrm>
              <a:off x="8239353" y="2813038"/>
              <a:ext cx="1056003" cy="516572"/>
            </a:xfrm>
            <a:prstGeom prst="roundRect">
              <a:avLst/>
            </a:prstGeom>
            <a:noFill/>
            <a:ln w="15875">
              <a:solidFill>
                <a:schemeClr val="accent4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45720" tIns="0" rIns="45720" bIns="0" rtlCol="0" anchor="ctr"/>
            <a:lstStyle/>
            <a:p>
              <a:pPr algn="ctr" rtl="1"/>
              <a:r>
                <a:rPr lang="ar-SA" sz="1050" dirty="0">
                  <a:solidFill>
                    <a:schemeClr val="accent4"/>
                  </a:solidFill>
                  <a:latin typeface="DiodrumArabic-Bold" panose="00000800000000000000" pitchFamily="2" charset="-78"/>
                  <a:cs typeface="DiodrumArabic-Bold" panose="00000800000000000000" pitchFamily="2" charset="-78"/>
                </a:rPr>
                <a:t>2</a:t>
              </a:r>
              <a:r>
                <a:rPr lang="ar-SA" sz="1050" dirty="0">
                  <a:solidFill>
                    <a:schemeClr val="accent4"/>
                  </a:solidFill>
                  <a:latin typeface="DiodrumArabic-Semibold" panose="00000700000000000000" pitchFamily="2" charset="-78"/>
                  <a:ea typeface="+mn-ea"/>
                  <a:cs typeface="DiodrumArabic-Semibold" panose="00000700000000000000" pitchFamily="2" charset="-78"/>
                </a:rPr>
                <a:t> </a:t>
              </a:r>
              <a:r>
                <a:rPr lang="ar-SA" sz="900" dirty="0">
                  <a:solidFill>
                    <a:schemeClr val="accent4"/>
                  </a:solidFill>
                  <a:latin typeface="☞DIODRUM ARABIC MEDIUM" panose="00000600000000000000" pitchFamily="2" charset="-78"/>
                  <a:cs typeface="☞DIODRUM ARABIC MEDIUM" panose="00000600000000000000" pitchFamily="2" charset="-78"/>
                </a:rPr>
                <a:t>برنامج محلي</a:t>
              </a:r>
              <a:endParaRPr lang="ar-SA" sz="105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endParaRPr>
            </a:p>
          </p:txBody>
        </p:sp>
        <p:sp>
          <p:nvSpPr>
            <p:cNvPr id="145" name="Text 6">
              <a:extLst>
                <a:ext uri="{FF2B5EF4-FFF2-40B4-BE49-F238E27FC236}">
                  <a16:creationId xmlns:a16="http://schemas.microsoft.com/office/drawing/2014/main" id="{BDB72EB5-B09D-4B8B-ABF6-4EBC842877A5}"/>
                </a:ext>
              </a:extLst>
            </p:cNvPr>
            <p:cNvSpPr/>
            <p:nvPr/>
          </p:nvSpPr>
          <p:spPr>
            <a:xfrm>
              <a:off x="8239353" y="3543583"/>
              <a:ext cx="1056003" cy="516572"/>
            </a:xfrm>
            <a:prstGeom prst="roundRect">
              <a:avLst/>
            </a:prstGeom>
            <a:noFill/>
            <a:ln w="15875">
              <a:solidFill>
                <a:schemeClr val="accent4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45720" tIns="0" rIns="45720" bIns="0" rtlCol="0" anchor="ctr"/>
            <a:lstStyle/>
            <a:p>
              <a:pPr algn="ctr" rtl="1"/>
              <a:r>
                <a:rPr lang="ar-SA" sz="1050" dirty="0">
                  <a:solidFill>
                    <a:schemeClr val="accent4"/>
                  </a:solidFill>
                  <a:latin typeface="DiodrumArabic-Bold" panose="00000800000000000000" pitchFamily="2" charset="-78"/>
                  <a:cs typeface="DiodrumArabic-Bold" panose="00000800000000000000" pitchFamily="2" charset="-78"/>
                </a:rPr>
                <a:t>5</a:t>
              </a:r>
              <a:r>
                <a:rPr lang="ar-SA" sz="1050" dirty="0">
                  <a:solidFill>
                    <a:schemeClr val="accent4"/>
                  </a:solidFill>
                  <a:latin typeface="DiodrumArabic-Semibold" panose="00000700000000000000" pitchFamily="2" charset="-78"/>
                  <a:ea typeface="+mn-ea"/>
                  <a:cs typeface="DiodrumArabic-Semibold" panose="00000700000000000000" pitchFamily="2" charset="-78"/>
                </a:rPr>
                <a:t> </a:t>
              </a:r>
              <a:r>
                <a:rPr lang="ar-SA" sz="900" dirty="0">
                  <a:solidFill>
                    <a:schemeClr val="accent4"/>
                  </a:solidFill>
                  <a:latin typeface="☞DIODRUM ARABIC MEDIUM" panose="00000600000000000000" pitchFamily="2" charset="-78"/>
                  <a:ea typeface="+mn-ea"/>
                  <a:cs typeface="☞DIODRUM ARABIC MEDIUM" panose="00000600000000000000" pitchFamily="2" charset="-78"/>
                </a:rPr>
                <a:t>ورش عمل </a:t>
              </a:r>
              <a:endParaRPr lang="ar-SA" sz="105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endParaRPr>
            </a:p>
          </p:txBody>
        </p:sp>
      </p:grp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269E5BFD-DA80-4770-815A-E6C9175F95CB}"/>
              </a:ext>
            </a:extLst>
          </p:cNvPr>
          <p:cNvCxnSpPr>
            <a:cxnSpLocks/>
          </p:cNvCxnSpPr>
          <p:nvPr/>
        </p:nvCxnSpPr>
        <p:spPr>
          <a:xfrm flipV="1">
            <a:off x="3171493" y="5163888"/>
            <a:ext cx="0" cy="706527"/>
          </a:xfrm>
          <a:prstGeom prst="line">
            <a:avLst/>
          </a:prstGeom>
          <a:ln w="15875" cap="flat" cmpd="sng" algn="ctr">
            <a:solidFill>
              <a:schemeClr val="accent4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C48EE8BD-9282-4173-8C77-EC6806FDC1DD}"/>
              </a:ext>
            </a:extLst>
          </p:cNvPr>
          <p:cNvCxnSpPr>
            <a:cxnSpLocks/>
          </p:cNvCxnSpPr>
          <p:nvPr/>
        </p:nvCxnSpPr>
        <p:spPr>
          <a:xfrm flipV="1">
            <a:off x="4511011" y="4600071"/>
            <a:ext cx="0" cy="1909011"/>
          </a:xfrm>
          <a:prstGeom prst="line">
            <a:avLst/>
          </a:prstGeom>
          <a:ln w="15875" cap="flat" cmpd="sng" algn="ctr">
            <a:solidFill>
              <a:schemeClr val="accent4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E24F6CDE-620E-4260-A09F-65F2FD54DE97}"/>
              </a:ext>
            </a:extLst>
          </p:cNvPr>
          <p:cNvCxnSpPr>
            <a:cxnSpLocks/>
          </p:cNvCxnSpPr>
          <p:nvPr/>
        </p:nvCxnSpPr>
        <p:spPr>
          <a:xfrm flipV="1">
            <a:off x="8128506" y="4704345"/>
            <a:ext cx="0" cy="1708484"/>
          </a:xfrm>
          <a:prstGeom prst="line">
            <a:avLst/>
          </a:prstGeom>
          <a:ln w="15875" cap="flat" cmpd="sng" algn="ctr">
            <a:solidFill>
              <a:schemeClr val="accent4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3C89AF59-5C97-4E1B-9B97-5C54480AC8F4}"/>
              </a:ext>
            </a:extLst>
          </p:cNvPr>
          <p:cNvSpPr/>
          <p:nvPr/>
        </p:nvSpPr>
        <p:spPr>
          <a:xfrm>
            <a:off x="3101304" y="3098789"/>
            <a:ext cx="6941987" cy="6985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tIns="0" rIns="640080" bIns="45720" anchor="ctr">
            <a:noAutofit/>
          </a:bodyPr>
          <a:lstStyle/>
          <a:p>
            <a:pPr algn="r" rtl="1">
              <a:lnSpc>
                <a:spcPct val="120000"/>
              </a:lnSpc>
            </a:pPr>
            <a:endParaRPr lang="ar-SA" sz="900">
              <a:solidFill>
                <a:schemeClr val="accent4"/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05EE982A-BCE1-4380-9107-021CFDA6FB57}"/>
              </a:ext>
            </a:extLst>
          </p:cNvPr>
          <p:cNvCxnSpPr>
            <a:cxnSpLocks/>
          </p:cNvCxnSpPr>
          <p:nvPr/>
        </p:nvCxnSpPr>
        <p:spPr>
          <a:xfrm flipV="1">
            <a:off x="6212912" y="3220313"/>
            <a:ext cx="0" cy="437276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7C557D88-0FB2-461A-896F-6BB23081EE69}"/>
              </a:ext>
            </a:extLst>
          </p:cNvPr>
          <p:cNvSpPr txBox="1"/>
          <p:nvPr/>
        </p:nvSpPr>
        <p:spPr>
          <a:xfrm>
            <a:off x="3903157" y="2867909"/>
            <a:ext cx="1503884" cy="109728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28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13</a:t>
            </a:r>
            <a:r>
              <a:rPr lang="en-US" sz="24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 </a:t>
            </a:r>
            <a:r>
              <a:rPr lang="ar-SA" sz="1050" dirty="0">
                <a:solidFill>
                  <a:schemeClr val="accent2">
                    <a:lumMod val="75000"/>
                  </a:schemeClr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ورشة عمل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B5C24EA-E343-44B8-B958-2BD2DC4176C1}"/>
              </a:ext>
            </a:extLst>
          </p:cNvPr>
          <p:cNvSpPr txBox="1"/>
          <p:nvPr/>
        </p:nvSpPr>
        <p:spPr>
          <a:xfrm>
            <a:off x="7592830" y="2867909"/>
            <a:ext cx="1497913" cy="109728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28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6</a:t>
            </a:r>
            <a:r>
              <a:rPr lang="en-US" sz="24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 </a:t>
            </a:r>
            <a:r>
              <a:rPr lang="ar-SA" sz="1050" dirty="0">
                <a:solidFill>
                  <a:schemeClr val="accent2">
                    <a:lumMod val="75000"/>
                  </a:schemeClr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برامج تدريبية</a:t>
            </a:r>
          </a:p>
        </p:txBody>
      </p:sp>
      <p:sp>
        <p:nvSpPr>
          <p:cNvPr id="155" name="Text 6">
            <a:extLst>
              <a:ext uri="{FF2B5EF4-FFF2-40B4-BE49-F238E27FC236}">
                <a16:creationId xmlns:a16="http://schemas.microsoft.com/office/drawing/2014/main" id="{BAE709FA-8099-4EF0-9FED-3F24910B5D4A}"/>
              </a:ext>
            </a:extLst>
          </p:cNvPr>
          <p:cNvSpPr/>
          <p:nvPr/>
        </p:nvSpPr>
        <p:spPr>
          <a:xfrm>
            <a:off x="6454436" y="3148587"/>
            <a:ext cx="1056003" cy="238501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45720" tIns="0" rIns="45720" bIns="0" rtlCol="0" anchor="ctr"/>
          <a:lstStyle/>
          <a:p>
            <a:pPr algn="ctr" rtl="1"/>
            <a:r>
              <a:rPr lang="ar-SA" sz="1050" dirty="0">
                <a:solidFill>
                  <a:schemeClr val="accent2">
                    <a:lumMod val="75000"/>
                  </a:schemeClr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2</a:t>
            </a:r>
            <a:r>
              <a:rPr lang="ar-SA" sz="900" dirty="0">
                <a:solidFill>
                  <a:schemeClr val="accent2">
                    <a:lumMod val="75000"/>
                  </a:schemeClr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برامج دولية</a:t>
            </a:r>
            <a:endParaRPr lang="ar-SA" sz="1050" dirty="0">
              <a:solidFill>
                <a:schemeClr val="accent2">
                  <a:lumMod val="75000"/>
                </a:schemeClr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156" name="Text 6">
            <a:extLst>
              <a:ext uri="{FF2B5EF4-FFF2-40B4-BE49-F238E27FC236}">
                <a16:creationId xmlns:a16="http://schemas.microsoft.com/office/drawing/2014/main" id="{3AADD820-C64C-4179-9CA8-B5B0E6D0B1FE}"/>
              </a:ext>
            </a:extLst>
          </p:cNvPr>
          <p:cNvSpPr/>
          <p:nvPr/>
        </p:nvSpPr>
        <p:spPr>
          <a:xfrm>
            <a:off x="6454436" y="3498344"/>
            <a:ext cx="1056003" cy="238501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45720" tIns="0" rIns="45720" bIns="0" rtlCol="0" anchor="ctr"/>
          <a:lstStyle/>
          <a:p>
            <a:pPr algn="ctr" rtl="1"/>
            <a:r>
              <a:rPr lang="ar-SA" sz="1050" dirty="0">
                <a:solidFill>
                  <a:schemeClr val="accent2">
                    <a:lumMod val="75000"/>
                  </a:schemeClr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4</a:t>
            </a:r>
            <a:r>
              <a:rPr lang="ar-SA" sz="900" dirty="0">
                <a:solidFill>
                  <a:schemeClr val="accent2">
                    <a:lumMod val="75000"/>
                  </a:schemeClr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برامج محليه</a:t>
            </a:r>
            <a:endParaRPr lang="ar-SA" sz="1050" dirty="0">
              <a:solidFill>
                <a:schemeClr val="accent2">
                  <a:lumMod val="75000"/>
                </a:schemeClr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pic>
        <p:nvPicPr>
          <p:cNvPr id="157" name="Graphic 156">
            <a:extLst>
              <a:ext uri="{FF2B5EF4-FFF2-40B4-BE49-F238E27FC236}">
                <a16:creationId xmlns:a16="http://schemas.microsoft.com/office/drawing/2014/main" id="{58414213-9F47-44FF-BDFC-AECEEABD08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6703" y="3192849"/>
            <a:ext cx="401240" cy="401240"/>
          </a:xfrm>
          <a:prstGeom prst="rect">
            <a:avLst/>
          </a:prstGeom>
        </p:spPr>
      </p:pic>
      <p:pic>
        <p:nvPicPr>
          <p:cNvPr id="158" name="Graphic 157">
            <a:extLst>
              <a:ext uri="{FF2B5EF4-FFF2-40B4-BE49-F238E27FC236}">
                <a16:creationId xmlns:a16="http://schemas.microsoft.com/office/drawing/2014/main" id="{CC936424-8A39-4397-8F4A-7E679D09644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9613" y="3256349"/>
            <a:ext cx="337740" cy="337740"/>
          </a:xfrm>
          <a:prstGeom prst="rect">
            <a:avLst/>
          </a:prstGeom>
        </p:spPr>
      </p:pic>
      <p:sp>
        <p:nvSpPr>
          <p:cNvPr id="85" name="Text 7">
            <a:extLst>
              <a:ext uri="{FF2B5EF4-FFF2-40B4-BE49-F238E27FC236}">
                <a16:creationId xmlns:a16="http://schemas.microsoft.com/office/drawing/2014/main" id="{B903C77B-E5B2-4B54-B41D-A90E2C1677CD}"/>
              </a:ext>
            </a:extLst>
          </p:cNvPr>
          <p:cNvSpPr txBox="1"/>
          <p:nvPr/>
        </p:nvSpPr>
        <p:spPr>
          <a:xfrm>
            <a:off x="8316273" y="2228033"/>
            <a:ext cx="179387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r" rtl="1">
              <a:buNone/>
              <a:defRPr sz="1200">
                <a:solidFill>
                  <a:schemeClr val="bg1">
                    <a:alpha val="65000"/>
                  </a:schemeClr>
                </a:solidFill>
                <a:latin typeface="DiodrumArabic-Bold" panose="00000800000000000000" pitchFamily="2" charset="-78"/>
                <a:ea typeface="Tajawal" pitchFamily="34" charset="-122"/>
                <a:cs typeface="DiodrumArabic-Bold" panose="00000800000000000000" pitchFamily="2" charset="-78"/>
              </a:defRPr>
            </a:lvl1pPr>
          </a:lstStyle>
          <a:p>
            <a:r>
              <a:rPr lang="ar-SA" sz="900" dirty="0">
                <a:solidFill>
                  <a:srgbClr val="1CC182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من مستهدف 1800 </a:t>
            </a:r>
            <a:endParaRPr lang="en-US" sz="900" dirty="0">
              <a:solidFill>
                <a:srgbClr val="1CC182"/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90" name="Text 7">
            <a:extLst>
              <a:ext uri="{FF2B5EF4-FFF2-40B4-BE49-F238E27FC236}">
                <a16:creationId xmlns:a16="http://schemas.microsoft.com/office/drawing/2014/main" id="{FEEDD10B-B556-4FCB-AC34-DD781D313A5E}"/>
              </a:ext>
            </a:extLst>
          </p:cNvPr>
          <p:cNvSpPr txBox="1"/>
          <p:nvPr/>
        </p:nvSpPr>
        <p:spPr>
          <a:xfrm>
            <a:off x="6157301" y="2037884"/>
            <a:ext cx="179387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r" rtl="1">
              <a:buNone/>
              <a:defRPr sz="1200">
                <a:solidFill>
                  <a:schemeClr val="bg1">
                    <a:alpha val="65000"/>
                  </a:schemeClr>
                </a:solidFill>
                <a:latin typeface="DiodrumArabic-Bold" panose="00000800000000000000" pitchFamily="2" charset="-78"/>
                <a:ea typeface="Tajawal" pitchFamily="34" charset="-122"/>
                <a:cs typeface="DiodrumArabic-Bold" panose="00000800000000000000" pitchFamily="2" charset="-78"/>
              </a:defRPr>
            </a:lvl1pPr>
          </a:lstStyle>
          <a:p>
            <a:r>
              <a:rPr lang="ar-SA" sz="1100" dirty="0"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برنامج و ورشه تدريبية حضورية</a:t>
            </a:r>
            <a:endParaRPr lang="en-US" sz="1100" dirty="0"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97" name="Text 6">
            <a:extLst>
              <a:ext uri="{FF2B5EF4-FFF2-40B4-BE49-F238E27FC236}">
                <a16:creationId xmlns:a16="http://schemas.microsoft.com/office/drawing/2014/main" id="{1BD7C331-046D-41C8-AA06-3BB20FFD3293}"/>
              </a:ext>
            </a:extLst>
          </p:cNvPr>
          <p:cNvSpPr/>
          <p:nvPr/>
        </p:nvSpPr>
        <p:spPr>
          <a:xfrm>
            <a:off x="4891795" y="1639918"/>
            <a:ext cx="1056003" cy="238501"/>
          </a:xfrm>
          <a:prstGeom prst="roundRect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 rtl="1"/>
            <a:r>
              <a:rPr lang="ar-SA" sz="1050" dirty="0">
                <a:solidFill>
                  <a:schemeClr val="bg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31 برنامج تدريبي  </a:t>
            </a:r>
            <a:endParaRPr lang="ar-SA" sz="1050" dirty="0">
              <a:solidFill>
                <a:schemeClr val="bg1"/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98" name="Text 6">
            <a:extLst>
              <a:ext uri="{FF2B5EF4-FFF2-40B4-BE49-F238E27FC236}">
                <a16:creationId xmlns:a16="http://schemas.microsoft.com/office/drawing/2014/main" id="{77ADCB44-E7BF-4093-9101-8749778E5474}"/>
              </a:ext>
            </a:extLst>
          </p:cNvPr>
          <p:cNvSpPr/>
          <p:nvPr/>
        </p:nvSpPr>
        <p:spPr>
          <a:xfrm>
            <a:off x="4912219" y="2056268"/>
            <a:ext cx="1056003" cy="238501"/>
          </a:xfrm>
          <a:prstGeom prst="roundRect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 rtl="1"/>
            <a:r>
              <a:rPr lang="ar-SA" sz="1050" dirty="0">
                <a:solidFill>
                  <a:schemeClr val="bg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23 ورشة تدريبية</a:t>
            </a:r>
            <a:endParaRPr lang="ar-SA" sz="1050" dirty="0">
              <a:solidFill>
                <a:schemeClr val="bg1"/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99" name="Text 7">
            <a:extLst>
              <a:ext uri="{FF2B5EF4-FFF2-40B4-BE49-F238E27FC236}">
                <a16:creationId xmlns:a16="http://schemas.microsoft.com/office/drawing/2014/main" id="{A1FDBC50-A12B-495B-BB87-DDF6122BC040}"/>
              </a:ext>
            </a:extLst>
          </p:cNvPr>
          <p:cNvSpPr txBox="1"/>
          <p:nvPr/>
        </p:nvSpPr>
        <p:spPr>
          <a:xfrm>
            <a:off x="2726964" y="1925066"/>
            <a:ext cx="179387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r" rtl="1">
              <a:buNone/>
              <a:defRPr sz="1200">
                <a:solidFill>
                  <a:schemeClr val="bg1">
                    <a:alpha val="65000"/>
                  </a:schemeClr>
                </a:solidFill>
                <a:latin typeface="DiodrumArabic-Bold" panose="00000800000000000000" pitchFamily="2" charset="-78"/>
                <a:ea typeface="Tajawal" pitchFamily="34" charset="-122"/>
                <a:cs typeface="DiodrumArabic-Bold" panose="00000800000000000000" pitchFamily="2" charset="-78"/>
              </a:defRPr>
            </a:lvl1pPr>
          </a:lstStyle>
          <a:p>
            <a:r>
              <a:rPr lang="ar-SA" sz="900" dirty="0">
                <a:solidFill>
                  <a:srgbClr val="1CC182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13 برنامج و ورشة تدريبية مقامه في مركز الابتكار </a:t>
            </a:r>
            <a:endParaRPr lang="en-US" sz="900" dirty="0">
              <a:solidFill>
                <a:srgbClr val="1CC182"/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BE51D27-E183-4E08-9D68-A272BB3D9F23}"/>
              </a:ext>
            </a:extLst>
          </p:cNvPr>
          <p:cNvSpPr txBox="1"/>
          <p:nvPr/>
        </p:nvSpPr>
        <p:spPr>
          <a:xfrm>
            <a:off x="5466632" y="4432336"/>
            <a:ext cx="1441588" cy="32531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alpha val="10000"/>
              </a:schemeClr>
            </a:solidFill>
          </a:ln>
        </p:spPr>
        <p:txBody>
          <a:bodyPr wrap="square" lIns="0" rIns="0" bIns="91440" anchor="ctr">
            <a:noAutofit/>
          </a:bodyPr>
          <a:lstStyle/>
          <a:p>
            <a:pPr algn="ctr" rtl="1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20000"/>
            </a:pPr>
            <a:r>
              <a:rPr lang="ar-SA" sz="1200" dirty="0">
                <a:solidFill>
                  <a:schemeClr val="accent4">
                    <a:alpha val="50000"/>
                  </a:schemeClr>
                </a:solidFill>
                <a:latin typeface="SST Arabic" panose="020B0504030504020204" pitchFamily="34" charset="-78"/>
                <a:cs typeface="+mn-cs"/>
              </a:rPr>
              <a:t>يوليو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4A0475-E19B-4D8E-B5B5-866545E75077}"/>
              </a:ext>
            </a:extLst>
          </p:cNvPr>
          <p:cNvSpPr txBox="1"/>
          <p:nvPr/>
        </p:nvSpPr>
        <p:spPr>
          <a:xfrm>
            <a:off x="1659716" y="4436493"/>
            <a:ext cx="1441588" cy="32531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alpha val="10000"/>
              </a:schemeClr>
            </a:solidFill>
          </a:ln>
        </p:spPr>
        <p:txBody>
          <a:bodyPr wrap="square" lIns="0" rIns="0" bIns="91440" anchor="ctr">
            <a:noAutofit/>
          </a:bodyPr>
          <a:lstStyle/>
          <a:p>
            <a:pPr algn="ctr" rtl="1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20000"/>
            </a:pPr>
            <a:r>
              <a:rPr lang="ar-SA" sz="1200" dirty="0">
                <a:solidFill>
                  <a:schemeClr val="accent4">
                    <a:alpha val="50000"/>
                  </a:schemeClr>
                </a:solidFill>
                <a:latin typeface="SST Arabic" panose="020B0504030504020204" pitchFamily="34" charset="-78"/>
                <a:cs typeface="+mn-cs"/>
              </a:rPr>
              <a:t>أغسطس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B398E55-F01F-43F9-8BA9-EA7BA1443204}"/>
              </a:ext>
            </a:extLst>
          </p:cNvPr>
          <p:cNvSpPr txBox="1"/>
          <p:nvPr/>
        </p:nvSpPr>
        <p:spPr>
          <a:xfrm>
            <a:off x="3555653" y="2688440"/>
            <a:ext cx="5314517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algn="r" rtl="1"/>
            <a:r>
              <a:rPr lang="ar-SA" sz="16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  <a:t>ملخص منجز شهر يونيو – يوليو – أغسطس :</a:t>
            </a:r>
            <a:r>
              <a:rPr lang="en-US" sz="16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  <a:t> 507 </a:t>
            </a:r>
            <a:r>
              <a:rPr lang="ar-SA" sz="16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  <a:t>مستفيد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8A92B84-E4DE-4C25-AD85-36E8C545A10B}"/>
              </a:ext>
            </a:extLst>
          </p:cNvPr>
          <p:cNvSpPr txBox="1"/>
          <p:nvPr/>
        </p:nvSpPr>
        <p:spPr>
          <a:xfrm>
            <a:off x="8229600" y="3995050"/>
            <a:ext cx="3502492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algn="r" rtl="1"/>
            <a:r>
              <a:rPr lang="ar-SA" sz="16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  <a:t>منجز الأشهر :  </a:t>
            </a:r>
          </a:p>
        </p:txBody>
      </p:sp>
      <p:sp>
        <p:nvSpPr>
          <p:cNvPr id="11" name="SecloreFooter">
            <a:extLst>
              <a:ext uri="{FF2B5EF4-FFF2-40B4-BE49-F238E27FC236}">
                <a16:creationId xmlns:a16="http://schemas.microsoft.com/office/drawing/2014/main" id="{FE53BD42-AF09-4407-AF8B-D0497E98ECF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57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4DC46F29-BFFB-4522-87F9-6CE277B5381C}"/>
              </a:ext>
            </a:extLst>
          </p:cNvPr>
          <p:cNvSpPr/>
          <p:nvPr/>
        </p:nvSpPr>
        <p:spPr>
          <a:xfrm>
            <a:off x="1375531" y="1420157"/>
            <a:ext cx="10592075" cy="987552"/>
          </a:xfrm>
          <a:prstGeom prst="roundRect">
            <a:avLst/>
          </a:prstGeom>
          <a:gradFill>
            <a:gsLst>
              <a:gs pos="0">
                <a:srgbClr val="1D164B"/>
              </a:gs>
              <a:gs pos="90000">
                <a:srgbClr val="3B2D8A"/>
              </a:gs>
            </a:gsLst>
            <a:lin ang="2700000" scaled="1"/>
          </a:gradFill>
          <a:ln w="12700">
            <a:noFill/>
          </a:ln>
          <a:effectLst>
            <a:outerShdw blurRad="190500" algn="tl" rotWithShape="0">
              <a:prstClr val="black">
                <a:alpha val="15000"/>
              </a:prstClr>
            </a:outerShdw>
          </a:effectLst>
        </p:spPr>
        <p:txBody>
          <a:bodyPr wrap="square" tIns="0" rIns="640080" bIns="45720" anchor="ctr">
            <a:noAutofit/>
          </a:bodyPr>
          <a:lstStyle/>
          <a:p>
            <a:pPr algn="r" rtl="1">
              <a:lnSpc>
                <a:spcPct val="120000"/>
              </a:lnSpc>
            </a:pPr>
            <a:endParaRPr lang="ar-SA" sz="900" dirty="0">
              <a:solidFill>
                <a:schemeClr val="accent4"/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36" name="Title 35">
            <a:extLst>
              <a:ext uri="{FF2B5EF4-FFF2-40B4-BE49-F238E27FC236}">
                <a16:creationId xmlns:a16="http://schemas.microsoft.com/office/drawing/2014/main" id="{E545E292-BF3E-A8FF-2389-8318FE576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436" y="154155"/>
            <a:ext cx="10515600" cy="603180"/>
          </a:xfrm>
        </p:spPr>
        <p:txBody>
          <a:bodyPr/>
          <a:lstStyle/>
          <a:p>
            <a:r>
              <a:rPr lang="ar-SA" dirty="0">
                <a:solidFill>
                  <a:schemeClr val="accent2">
                    <a:lumMod val="75000"/>
                  </a:schemeClr>
                </a:solidFill>
              </a:rPr>
              <a:t>1.1</a:t>
            </a:r>
            <a:r>
              <a:rPr lang="ar-SA" dirty="0"/>
              <a:t> المنجزات</a:t>
            </a:r>
            <a:endParaRPr lang="en-US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B2E664A-AF98-B66C-DA5F-0B513761F0C9}"/>
              </a:ext>
            </a:extLst>
          </p:cNvPr>
          <p:cNvCxnSpPr>
            <a:cxnSpLocks/>
          </p:cNvCxnSpPr>
          <p:nvPr/>
        </p:nvCxnSpPr>
        <p:spPr>
          <a:xfrm flipH="1">
            <a:off x="379851" y="796402"/>
            <a:ext cx="11448955" cy="0"/>
          </a:xfrm>
          <a:prstGeom prst="line">
            <a:avLst/>
          </a:prstGeom>
          <a:ln w="28575">
            <a:gradFill flip="none" rotWithShape="1">
              <a:gsLst>
                <a:gs pos="100000">
                  <a:schemeClr val="accent2"/>
                </a:gs>
                <a:gs pos="0">
                  <a:schemeClr val="accent3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92EA03-53D2-4479-8841-E541579E9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7420" y="6498731"/>
            <a:ext cx="467734" cy="206790"/>
          </a:xfrm>
        </p:spPr>
        <p:txBody>
          <a:bodyPr/>
          <a:lstStyle/>
          <a:p>
            <a:fld id="{679EF615-E246-4FA6-9E75-123AAEB83405}" type="slidenum">
              <a:rPr lang="en-PH" smtClean="0"/>
              <a:pPr/>
              <a:t>5</a:t>
            </a:fld>
            <a:endParaRPr lang="en-PH" dirty="0"/>
          </a:p>
        </p:txBody>
      </p:sp>
      <p:sp>
        <p:nvSpPr>
          <p:cNvPr id="68" name="Text 6">
            <a:extLst>
              <a:ext uri="{FF2B5EF4-FFF2-40B4-BE49-F238E27FC236}">
                <a16:creationId xmlns:a16="http://schemas.microsoft.com/office/drawing/2014/main" id="{D26C82EF-055B-4F23-A654-3219F51D7155}"/>
              </a:ext>
            </a:extLst>
          </p:cNvPr>
          <p:cNvSpPr txBox="1"/>
          <p:nvPr/>
        </p:nvSpPr>
        <p:spPr>
          <a:xfrm>
            <a:off x="8615829" y="1586538"/>
            <a:ext cx="304861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 rtl="1">
              <a:buNone/>
            </a:pPr>
            <a:r>
              <a:rPr lang="en-US" sz="1200" kern="0" dirty="0" err="1">
                <a:solidFill>
                  <a:schemeClr val="bg1"/>
                </a:solidFill>
                <a:latin typeface="☞DIODRUM ARABIC SEMIBOLD" pitchFamily="2" charset="-78"/>
                <a:ea typeface="Tajawal" pitchFamily="34" charset="-122"/>
                <a:cs typeface="☞DIODRUM ARABIC SEMIBOLD" pitchFamily="2" charset="-78"/>
              </a:rPr>
              <a:t>إجمالي</a:t>
            </a:r>
            <a:r>
              <a:rPr lang="en-US" sz="1200" kern="0" dirty="0">
                <a:solidFill>
                  <a:schemeClr val="bg1"/>
                </a:solidFill>
                <a:latin typeface="☞DIODRUM ARABIC SEMIBOLD" pitchFamily="2" charset="-78"/>
                <a:ea typeface="Tajawal" pitchFamily="34" charset="-122"/>
                <a:cs typeface="☞DIODRUM ARABIC SEMIBOLD" pitchFamily="2" charset="-78"/>
              </a:rPr>
              <a:t> </a:t>
            </a:r>
            <a:r>
              <a:rPr lang="en-US" sz="1200" kern="0" dirty="0" err="1">
                <a:solidFill>
                  <a:schemeClr val="bg1"/>
                </a:solidFill>
                <a:latin typeface="☞DIODRUM ARABIC SEMIBOLD" pitchFamily="2" charset="-78"/>
                <a:ea typeface="Tajawal" pitchFamily="34" charset="-122"/>
                <a:cs typeface="☞DIODRUM ARABIC SEMIBOLD" pitchFamily="2" charset="-78"/>
              </a:rPr>
              <a:t>المستفيدين</a:t>
            </a:r>
            <a:endParaRPr lang="en-US" sz="1200" dirty="0">
              <a:solidFill>
                <a:schemeClr val="bg1"/>
              </a:solidFill>
              <a:latin typeface="☞DIODRUM ARABIC SEMIBOLD" pitchFamily="2" charset="-78"/>
              <a:cs typeface="☞DIODRUM ARABIC SEMIBOLD" pitchFamily="2" charset="-78"/>
            </a:endParaRPr>
          </a:p>
        </p:txBody>
      </p:sp>
      <p:sp>
        <p:nvSpPr>
          <p:cNvPr id="89" name="Text 7">
            <a:extLst>
              <a:ext uri="{FF2B5EF4-FFF2-40B4-BE49-F238E27FC236}">
                <a16:creationId xmlns:a16="http://schemas.microsoft.com/office/drawing/2014/main" id="{96357DC6-A5B8-4872-B81C-889E4A3B44BA}"/>
              </a:ext>
            </a:extLst>
          </p:cNvPr>
          <p:cNvSpPr txBox="1"/>
          <p:nvPr/>
        </p:nvSpPr>
        <p:spPr>
          <a:xfrm>
            <a:off x="9040709" y="1964732"/>
            <a:ext cx="179387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r" rtl="1">
              <a:buNone/>
              <a:defRPr sz="1200">
                <a:solidFill>
                  <a:schemeClr val="bg1">
                    <a:alpha val="65000"/>
                  </a:schemeClr>
                </a:solidFill>
                <a:latin typeface="DiodrumArabic-Bold" panose="00000800000000000000" pitchFamily="2" charset="-78"/>
                <a:ea typeface="Tajawal" pitchFamily="34" charset="-122"/>
                <a:cs typeface="DiodrumArabic-Bold" panose="00000800000000000000" pitchFamily="2" charset="-78"/>
              </a:defRPr>
            </a:lvl1pPr>
          </a:lstStyle>
          <a:p>
            <a:r>
              <a:rPr lang="en-US" sz="1100" dirty="0" err="1"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مستفيد</a:t>
            </a:r>
            <a:r>
              <a:rPr lang="en-US" sz="1100" dirty="0"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 </a:t>
            </a:r>
            <a:r>
              <a:rPr lang="ar-SA" sz="1100" dirty="0"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حتى أغسطس 2026</a:t>
            </a:r>
            <a:endParaRPr lang="en-US" sz="1100" dirty="0"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91" name="Text 8">
            <a:extLst>
              <a:ext uri="{FF2B5EF4-FFF2-40B4-BE49-F238E27FC236}">
                <a16:creationId xmlns:a16="http://schemas.microsoft.com/office/drawing/2014/main" id="{BA9160DF-2A32-4CA5-98C5-332ED2AAB71E}"/>
              </a:ext>
            </a:extLst>
          </p:cNvPr>
          <p:cNvSpPr txBox="1"/>
          <p:nvPr/>
        </p:nvSpPr>
        <p:spPr>
          <a:xfrm>
            <a:off x="10310302" y="1760632"/>
            <a:ext cx="1374343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 rtl="1">
              <a:buNone/>
            </a:pPr>
            <a:r>
              <a:rPr lang="en-US" sz="3600" dirty="0">
                <a:solidFill>
                  <a:schemeClr val="accent2"/>
                </a:solidFill>
                <a:latin typeface="DiodrumArabic-Bold" panose="00000800000000000000" pitchFamily="2" charset="-78"/>
                <a:ea typeface="Tajawal" pitchFamily="34" charset="-122"/>
                <a:cs typeface="DiodrumArabic-Bold" panose="00000800000000000000" pitchFamily="2" charset="-78"/>
              </a:rPr>
              <a:t>1273</a:t>
            </a:r>
            <a:endParaRPr lang="en-US" sz="3600" dirty="0">
              <a:solidFill>
                <a:schemeClr val="accent2"/>
              </a:solidFill>
              <a:latin typeface="DiodrumArabic-Bold" panose="00000800000000000000" pitchFamily="2" charset="-78"/>
              <a:cs typeface="DiodrumArabic-Bold" panose="00000800000000000000" pitchFamily="2" charset="-78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E078A9E-4CE5-4193-A897-39F145C94209}"/>
              </a:ext>
            </a:extLst>
          </p:cNvPr>
          <p:cNvCxnSpPr>
            <a:cxnSpLocks/>
          </p:cNvCxnSpPr>
          <p:nvPr/>
        </p:nvCxnSpPr>
        <p:spPr>
          <a:xfrm flipV="1">
            <a:off x="8874175" y="1628268"/>
            <a:ext cx="0" cy="640080"/>
          </a:xfrm>
          <a:prstGeom prst="line">
            <a:avLst/>
          </a:prstGeom>
          <a:noFill/>
          <a:ln w="15875" cap="rnd" cmpd="sng" algn="ctr">
            <a:solidFill>
              <a:schemeClr val="bg1">
                <a:alpha val="50000"/>
              </a:schemeClr>
            </a:solidFill>
            <a:prstDash val="solid"/>
            <a:round/>
          </a:ln>
          <a:effectLst/>
        </p:spPr>
      </p:cxnSp>
      <p:sp>
        <p:nvSpPr>
          <p:cNvPr id="94" name="Text 9">
            <a:extLst>
              <a:ext uri="{FF2B5EF4-FFF2-40B4-BE49-F238E27FC236}">
                <a16:creationId xmlns:a16="http://schemas.microsoft.com/office/drawing/2014/main" id="{B9FC14F6-BEC1-40B0-B051-3CC4C9959751}"/>
              </a:ext>
            </a:extLst>
          </p:cNvPr>
          <p:cNvSpPr txBox="1"/>
          <p:nvPr/>
        </p:nvSpPr>
        <p:spPr>
          <a:xfrm>
            <a:off x="5390144" y="1575634"/>
            <a:ext cx="3238805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 rtl="1">
              <a:buNone/>
            </a:pPr>
            <a:r>
              <a:rPr lang="ar-SA" sz="1200" kern="0" dirty="0">
                <a:solidFill>
                  <a:schemeClr val="bg1"/>
                </a:solidFill>
                <a:latin typeface="☞DIODRUM ARABIC SEMIBOLD" pitchFamily="2" charset="-78"/>
                <a:ea typeface="Tajawal" pitchFamily="34" charset="-122"/>
                <a:cs typeface="☞DIODRUM ARABIC SEMIBOLD" pitchFamily="2" charset="-78"/>
              </a:rPr>
              <a:t>إجمالي البرامج وورش العمل </a:t>
            </a:r>
            <a:endParaRPr lang="en-US" sz="1200" dirty="0">
              <a:solidFill>
                <a:schemeClr val="bg1"/>
              </a:solidFill>
              <a:latin typeface="☞DIODRUM ARABIC SEMIBOLD" pitchFamily="2" charset="-78"/>
              <a:cs typeface="☞DIODRUM ARABIC SEMIBOLD" pitchFamily="2" charset="-78"/>
            </a:endParaRPr>
          </a:p>
        </p:txBody>
      </p:sp>
      <p:sp>
        <p:nvSpPr>
          <p:cNvPr id="96" name="Text 11">
            <a:extLst>
              <a:ext uri="{FF2B5EF4-FFF2-40B4-BE49-F238E27FC236}">
                <a16:creationId xmlns:a16="http://schemas.microsoft.com/office/drawing/2014/main" id="{5F3F62D7-8774-41EF-A50D-3547A8E29C1A}"/>
              </a:ext>
            </a:extLst>
          </p:cNvPr>
          <p:cNvSpPr txBox="1"/>
          <p:nvPr/>
        </p:nvSpPr>
        <p:spPr>
          <a:xfrm>
            <a:off x="7750602" y="1793681"/>
            <a:ext cx="833018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 rtl="1">
              <a:buNone/>
            </a:pPr>
            <a:r>
              <a:rPr lang="en-US" sz="4000" dirty="0">
                <a:solidFill>
                  <a:schemeClr val="accent5"/>
                </a:solidFill>
                <a:latin typeface="DiodrumArabic-Bold" panose="00000800000000000000" pitchFamily="2" charset="-78"/>
                <a:ea typeface="Tajawal" pitchFamily="34" charset="-122"/>
                <a:cs typeface="DiodrumArabic-Bold" panose="00000800000000000000" pitchFamily="2" charset="-78"/>
              </a:rPr>
              <a:t>54</a:t>
            </a:r>
            <a:endParaRPr lang="en-US" sz="4000" dirty="0">
              <a:solidFill>
                <a:schemeClr val="accent5"/>
              </a:solidFill>
              <a:latin typeface="DiodrumArabic-Bold" panose="00000800000000000000" pitchFamily="2" charset="-78"/>
              <a:cs typeface="DiodrumArabic-Bold" panose="00000800000000000000" pitchFamily="2" charset="-78"/>
            </a:endParaRP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40882AD-4A21-4BB4-B7BE-AEC48A197751}"/>
              </a:ext>
            </a:extLst>
          </p:cNvPr>
          <p:cNvGrpSpPr/>
          <p:nvPr/>
        </p:nvGrpSpPr>
        <p:grpSpPr>
          <a:xfrm>
            <a:off x="8267699" y="4678854"/>
            <a:ext cx="3416969" cy="1429176"/>
            <a:chOff x="8445526" y="3071670"/>
            <a:chExt cx="3383280" cy="3305393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CFE171BD-3034-4064-A0A3-38DEE229FE97}"/>
                </a:ext>
              </a:extLst>
            </p:cNvPr>
            <p:cNvSpPr/>
            <p:nvPr/>
          </p:nvSpPr>
          <p:spPr>
            <a:xfrm>
              <a:off x="8445526" y="3071670"/>
              <a:ext cx="3383280" cy="2468881"/>
            </a:xfrm>
            <a:prstGeom prst="roundRect">
              <a:avLst>
                <a:gd name="adj" fmla="val 3781"/>
              </a:avLst>
            </a:prstGeom>
            <a:solidFill>
              <a:schemeClr val="accent4"/>
            </a:solidFill>
            <a:ln w="1587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algn="justLow" rtl="1">
                <a:lnSpc>
                  <a:spcPct val="150000"/>
                </a:lnSpc>
              </a:pPr>
              <a:endParaRPr lang="ar-SA" sz="105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endParaRPr>
            </a:p>
          </p:txBody>
        </p:sp>
        <p:sp>
          <p:nvSpPr>
            <p:cNvPr id="117" name="Rectangle: Rounded Corners 116">
              <a:extLst>
                <a:ext uri="{FF2B5EF4-FFF2-40B4-BE49-F238E27FC236}">
                  <a16:creationId xmlns:a16="http://schemas.microsoft.com/office/drawing/2014/main" id="{889F7306-80E4-48A3-8D51-696338C1562C}"/>
                </a:ext>
              </a:extLst>
            </p:cNvPr>
            <p:cNvSpPr/>
            <p:nvPr/>
          </p:nvSpPr>
          <p:spPr>
            <a:xfrm>
              <a:off x="8445526" y="3118817"/>
              <a:ext cx="3383280" cy="3258246"/>
            </a:xfrm>
            <a:prstGeom prst="roundRect">
              <a:avLst>
                <a:gd name="adj" fmla="val 3781"/>
              </a:avLst>
            </a:prstGeom>
            <a:solidFill>
              <a:schemeClr val="bg1"/>
            </a:solidFill>
            <a:ln w="15875">
              <a:noFill/>
            </a:ln>
            <a:effectLst>
              <a:outerShdw blurRad="1905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algn="justLow" rtl="1">
                <a:lnSpc>
                  <a:spcPct val="150000"/>
                </a:lnSpc>
              </a:pPr>
              <a:endParaRPr lang="ar-SA" sz="105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endParaRPr>
            </a:p>
          </p:txBody>
        </p:sp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6007AB5C-4E78-46FF-876C-B0A2AC9ACEF8}"/>
              </a:ext>
            </a:extLst>
          </p:cNvPr>
          <p:cNvSpPr txBox="1"/>
          <p:nvPr/>
        </p:nvSpPr>
        <p:spPr>
          <a:xfrm>
            <a:off x="10479511" y="4933603"/>
            <a:ext cx="1167650" cy="948432"/>
          </a:xfrm>
          <a:prstGeom prst="roundRect">
            <a:avLst>
              <a:gd name="adj" fmla="val 7882"/>
            </a:avLst>
          </a:prstGeom>
          <a:noFill/>
          <a:ln w="12700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3200" dirty="0">
                <a:solidFill>
                  <a:srgbClr val="002060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142</a:t>
            </a:r>
            <a:br>
              <a:rPr lang="ar-SA" sz="20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</a:br>
            <a:r>
              <a:rPr lang="ar-SA" sz="100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مستفيد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F987E19-26E3-4CFA-B3F6-E3DB54E21F8E}"/>
              </a:ext>
            </a:extLst>
          </p:cNvPr>
          <p:cNvSpPr txBox="1"/>
          <p:nvPr/>
        </p:nvSpPr>
        <p:spPr>
          <a:xfrm>
            <a:off x="9528329" y="5021695"/>
            <a:ext cx="1097557" cy="782169"/>
          </a:xfrm>
          <a:prstGeom prst="roundRect">
            <a:avLst>
              <a:gd name="adj" fmla="val 6656"/>
            </a:avLst>
          </a:prstGeom>
          <a:noFill/>
          <a:ln w="15875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3600" dirty="0">
                <a:solidFill>
                  <a:schemeClr val="accent2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5</a:t>
            </a:r>
            <a:br>
              <a:rPr lang="ar-SA" sz="3200" dirty="0">
                <a:solidFill>
                  <a:schemeClr val="accent4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</a:br>
            <a:r>
              <a:rPr lang="ar-SA" sz="120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برامج وورش 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246785D6-7BEE-466F-B047-53B85FB6FBC4}"/>
              </a:ext>
            </a:extLst>
          </p:cNvPr>
          <p:cNvGrpSpPr/>
          <p:nvPr/>
        </p:nvGrpSpPr>
        <p:grpSpPr>
          <a:xfrm>
            <a:off x="8526702" y="5112455"/>
            <a:ext cx="955437" cy="706528"/>
            <a:chOff x="8239353" y="2813038"/>
            <a:chExt cx="1056003" cy="1247117"/>
          </a:xfrm>
        </p:grpSpPr>
        <p:sp>
          <p:nvSpPr>
            <p:cNvPr id="126" name="Text 6">
              <a:extLst>
                <a:ext uri="{FF2B5EF4-FFF2-40B4-BE49-F238E27FC236}">
                  <a16:creationId xmlns:a16="http://schemas.microsoft.com/office/drawing/2014/main" id="{20680B88-BDD7-405F-9C98-FE7B84CC646C}"/>
                </a:ext>
              </a:extLst>
            </p:cNvPr>
            <p:cNvSpPr/>
            <p:nvPr/>
          </p:nvSpPr>
          <p:spPr>
            <a:xfrm>
              <a:off x="8239353" y="2813038"/>
              <a:ext cx="1056003" cy="516572"/>
            </a:xfrm>
            <a:prstGeom prst="roundRect">
              <a:avLst/>
            </a:prstGeom>
            <a:noFill/>
            <a:ln w="15875">
              <a:solidFill>
                <a:schemeClr val="accent4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45720" tIns="0" rIns="45720" bIns="0" rtlCol="0" anchor="ctr"/>
            <a:lstStyle/>
            <a:p>
              <a:pPr algn="ctr" rtl="1"/>
              <a:r>
                <a:rPr lang="ar-SA" sz="1050" dirty="0">
                  <a:solidFill>
                    <a:schemeClr val="accent4"/>
                  </a:solidFill>
                  <a:latin typeface="DiodrumArabic-Bold" panose="00000800000000000000" pitchFamily="2" charset="-78"/>
                  <a:cs typeface="DiodrumArabic-Bold" panose="00000800000000000000" pitchFamily="2" charset="-78"/>
                </a:rPr>
                <a:t>2</a:t>
              </a:r>
              <a:r>
                <a:rPr lang="ar-SA" sz="1050" dirty="0">
                  <a:solidFill>
                    <a:schemeClr val="accent4"/>
                  </a:solidFill>
                  <a:latin typeface="DiodrumArabic-Semibold" panose="00000700000000000000" pitchFamily="2" charset="-78"/>
                  <a:ea typeface="+mn-ea"/>
                  <a:cs typeface="DiodrumArabic-Semibold" panose="00000700000000000000" pitchFamily="2" charset="-78"/>
                </a:rPr>
                <a:t> </a:t>
              </a:r>
              <a:r>
                <a:rPr lang="ar-SA" sz="900" dirty="0">
                  <a:solidFill>
                    <a:schemeClr val="accent4"/>
                  </a:solidFill>
                  <a:latin typeface="☞DIODRUM ARABIC MEDIUM" panose="00000600000000000000" pitchFamily="2" charset="-78"/>
                  <a:cs typeface="☞DIODRUM ARABIC MEDIUM" panose="00000600000000000000" pitchFamily="2" charset="-78"/>
                </a:rPr>
                <a:t>برنامج دولي</a:t>
              </a:r>
              <a:endParaRPr lang="ar-SA" sz="105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endParaRPr>
            </a:p>
          </p:txBody>
        </p:sp>
        <p:sp>
          <p:nvSpPr>
            <p:cNvPr id="127" name="Text 6">
              <a:extLst>
                <a:ext uri="{FF2B5EF4-FFF2-40B4-BE49-F238E27FC236}">
                  <a16:creationId xmlns:a16="http://schemas.microsoft.com/office/drawing/2014/main" id="{3E5AB687-83EF-4FAF-BFC0-7B2E36D7A435}"/>
                </a:ext>
              </a:extLst>
            </p:cNvPr>
            <p:cNvSpPr/>
            <p:nvPr/>
          </p:nvSpPr>
          <p:spPr>
            <a:xfrm>
              <a:off x="8239353" y="3543583"/>
              <a:ext cx="1056003" cy="516572"/>
            </a:xfrm>
            <a:prstGeom prst="roundRect">
              <a:avLst/>
            </a:prstGeom>
            <a:noFill/>
            <a:ln w="15875">
              <a:solidFill>
                <a:schemeClr val="accent4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45720" tIns="0" rIns="45720" bIns="0" rtlCol="0" anchor="ctr"/>
            <a:lstStyle/>
            <a:p>
              <a:pPr algn="ctr" rtl="1"/>
              <a:r>
                <a:rPr lang="ar-SA" sz="1050" dirty="0">
                  <a:solidFill>
                    <a:schemeClr val="accent4"/>
                  </a:solidFill>
                  <a:latin typeface="DiodrumArabic-Bold" panose="00000800000000000000" pitchFamily="2" charset="-78"/>
                  <a:cs typeface="DiodrumArabic-Bold" panose="00000800000000000000" pitchFamily="2" charset="-78"/>
                </a:rPr>
                <a:t>3 </a:t>
              </a:r>
              <a:r>
                <a:rPr lang="ar-SA" sz="1050" dirty="0">
                  <a:solidFill>
                    <a:schemeClr val="accent4"/>
                  </a:solidFill>
                  <a:latin typeface="DiodrumArabic-Semibold" panose="00000700000000000000" pitchFamily="2" charset="-78"/>
                  <a:ea typeface="+mn-ea"/>
                  <a:cs typeface="DiodrumArabic-Semibold" panose="00000700000000000000" pitchFamily="2" charset="-78"/>
                </a:rPr>
                <a:t> </a:t>
              </a:r>
              <a:r>
                <a:rPr lang="ar-SA" sz="900" dirty="0">
                  <a:solidFill>
                    <a:schemeClr val="accent4"/>
                  </a:solidFill>
                  <a:latin typeface="☞DIODRUM ARABIC MEDIUM" panose="00000600000000000000" pitchFamily="2" charset="-78"/>
                  <a:ea typeface="+mn-ea"/>
                  <a:cs typeface="☞DIODRUM ARABIC MEDIUM" panose="00000600000000000000" pitchFamily="2" charset="-78"/>
                </a:rPr>
                <a:t>ورش عمل </a:t>
              </a:r>
              <a:endParaRPr lang="ar-SA" sz="105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endParaRPr>
            </a:p>
          </p:txBody>
        </p:sp>
      </p:grp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79303B75-701B-4564-842A-D30F56543B68}"/>
              </a:ext>
            </a:extLst>
          </p:cNvPr>
          <p:cNvCxnSpPr>
            <a:cxnSpLocks/>
          </p:cNvCxnSpPr>
          <p:nvPr/>
        </p:nvCxnSpPr>
        <p:spPr>
          <a:xfrm flipV="1">
            <a:off x="10633831" y="5112456"/>
            <a:ext cx="0" cy="706527"/>
          </a:xfrm>
          <a:prstGeom prst="line">
            <a:avLst/>
          </a:prstGeom>
          <a:ln w="15875" cap="flat" cmpd="sng" algn="ctr">
            <a:solidFill>
              <a:schemeClr val="accent4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568F36AA-BCC8-45B9-AF6F-9589987B97E4}"/>
              </a:ext>
            </a:extLst>
          </p:cNvPr>
          <p:cNvSpPr txBox="1"/>
          <p:nvPr/>
        </p:nvSpPr>
        <p:spPr>
          <a:xfrm>
            <a:off x="5970170" y="1010551"/>
            <a:ext cx="5711122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algn="r" rtl="1"/>
            <a:r>
              <a:rPr lang="ar-SA" sz="16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  <a:t>ملخص منجز برنامج قدراتك – حتى أغسطس 2026 : 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C1CF0FD-2E01-4D38-83BF-BE3664C852B9}"/>
              </a:ext>
            </a:extLst>
          </p:cNvPr>
          <p:cNvCxnSpPr>
            <a:cxnSpLocks/>
          </p:cNvCxnSpPr>
          <p:nvPr/>
        </p:nvCxnSpPr>
        <p:spPr>
          <a:xfrm>
            <a:off x="420736" y="4597177"/>
            <a:ext cx="11348354" cy="0"/>
          </a:xfrm>
          <a:prstGeom prst="line">
            <a:avLst/>
          </a:prstGeom>
          <a:ln w="19050">
            <a:solidFill>
              <a:schemeClr val="accent4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9B0B2F4-9466-4CB3-ADF5-D5FC85CF738D}"/>
              </a:ext>
            </a:extLst>
          </p:cNvPr>
          <p:cNvSpPr txBox="1"/>
          <p:nvPr/>
        </p:nvSpPr>
        <p:spPr>
          <a:xfrm>
            <a:off x="9146836" y="4434520"/>
            <a:ext cx="1441588" cy="32531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alpha val="10000"/>
              </a:schemeClr>
            </a:solidFill>
          </a:ln>
        </p:spPr>
        <p:txBody>
          <a:bodyPr wrap="square" lIns="0" rIns="0" bIns="91440" anchor="ctr">
            <a:noAutofit/>
          </a:bodyPr>
          <a:lstStyle/>
          <a:p>
            <a:pPr algn="ctr" rtl="1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20000"/>
            </a:pPr>
            <a:r>
              <a:rPr lang="ar-SA" sz="1200" dirty="0">
                <a:solidFill>
                  <a:schemeClr val="accent4">
                    <a:alpha val="50000"/>
                  </a:schemeClr>
                </a:solidFill>
                <a:latin typeface="SST Arabic" panose="020B0504030504020204" pitchFamily="34" charset="-78"/>
                <a:cs typeface="+mn-cs"/>
              </a:rPr>
              <a:t>يونيو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FA9B8E-16CE-42BB-9D80-98ABA66C1D09}"/>
              </a:ext>
            </a:extLst>
          </p:cNvPr>
          <p:cNvSpPr txBox="1"/>
          <p:nvPr/>
        </p:nvSpPr>
        <p:spPr>
          <a:xfrm>
            <a:off x="6146932" y="5007544"/>
            <a:ext cx="167479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dirty="0"/>
              <a:t>في المركز 3 ورش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D6ADD8-C438-4985-B46E-4712AC12B19B}"/>
              </a:ext>
            </a:extLst>
          </p:cNvPr>
          <p:cNvSpPr txBox="1"/>
          <p:nvPr/>
        </p:nvSpPr>
        <p:spPr>
          <a:xfrm>
            <a:off x="-2593607" y="0"/>
            <a:ext cx="1578543" cy="2965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dirty="0"/>
              <a:t>اجمالي الاون لاين لسنة 2026 ( 797) 7 ورش وبرنامج </a:t>
            </a:r>
            <a:br>
              <a:rPr lang="ar-SA" dirty="0"/>
            </a:br>
            <a:r>
              <a:rPr lang="ar-SA" dirty="0"/>
              <a:t>الثلاث شهور ( 257) جون ( 0 ) يولويو ( 59 ) ورشة / اغسطس ( 198 ) ورشتين </a:t>
            </a:r>
            <a:endParaRPr lang="en-US" dirty="0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00DBD63-F0DB-4547-AA60-9DFB045A903C}"/>
              </a:ext>
            </a:extLst>
          </p:cNvPr>
          <p:cNvGrpSpPr/>
          <p:nvPr/>
        </p:nvGrpSpPr>
        <p:grpSpPr>
          <a:xfrm>
            <a:off x="4786560" y="4666118"/>
            <a:ext cx="3112168" cy="1404482"/>
            <a:chOff x="8445526" y="3071670"/>
            <a:chExt cx="3383280" cy="3305393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B0796056-8051-44B2-B322-017FFF3274BC}"/>
                </a:ext>
              </a:extLst>
            </p:cNvPr>
            <p:cNvSpPr/>
            <p:nvPr/>
          </p:nvSpPr>
          <p:spPr>
            <a:xfrm>
              <a:off x="8445526" y="3071670"/>
              <a:ext cx="3383280" cy="2468881"/>
            </a:xfrm>
            <a:prstGeom prst="roundRect">
              <a:avLst>
                <a:gd name="adj" fmla="val 3781"/>
              </a:avLst>
            </a:prstGeom>
            <a:solidFill>
              <a:schemeClr val="accent4"/>
            </a:solidFill>
            <a:ln w="1587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algn="justLow" rtl="1">
                <a:lnSpc>
                  <a:spcPct val="150000"/>
                </a:lnSpc>
              </a:pPr>
              <a:endParaRPr lang="ar-SA" sz="105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endParaRPr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C24C7C7B-680D-4BC4-BE76-3410FB008927}"/>
                </a:ext>
              </a:extLst>
            </p:cNvPr>
            <p:cNvSpPr/>
            <p:nvPr/>
          </p:nvSpPr>
          <p:spPr>
            <a:xfrm>
              <a:off x="8445526" y="3118817"/>
              <a:ext cx="3383280" cy="3258246"/>
            </a:xfrm>
            <a:prstGeom prst="roundRect">
              <a:avLst>
                <a:gd name="adj" fmla="val 3781"/>
              </a:avLst>
            </a:prstGeom>
            <a:solidFill>
              <a:schemeClr val="bg1"/>
            </a:solidFill>
            <a:ln w="15875">
              <a:noFill/>
            </a:ln>
            <a:effectLst>
              <a:outerShdw blurRad="1905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algn="justLow" rtl="1">
                <a:lnSpc>
                  <a:spcPct val="150000"/>
                </a:lnSpc>
              </a:pPr>
              <a:endParaRPr lang="ar-SA" sz="105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EAE06027-2BC1-44CA-833F-FA2430FD24A0}"/>
              </a:ext>
            </a:extLst>
          </p:cNvPr>
          <p:cNvSpPr txBox="1"/>
          <p:nvPr/>
        </p:nvSpPr>
        <p:spPr>
          <a:xfrm>
            <a:off x="6686494" y="4952949"/>
            <a:ext cx="1167650" cy="948432"/>
          </a:xfrm>
          <a:prstGeom prst="roundRect">
            <a:avLst>
              <a:gd name="adj" fmla="val 7882"/>
            </a:avLst>
          </a:prstGeom>
          <a:noFill/>
          <a:ln w="12700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3200" dirty="0">
                <a:solidFill>
                  <a:srgbClr val="002060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190</a:t>
            </a:r>
            <a:br>
              <a:rPr lang="ar-SA" sz="20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</a:br>
            <a:r>
              <a:rPr lang="ar-SA" sz="100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مستفيد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4AB9714-F3A9-486F-865B-7AC681BAFB3F}"/>
              </a:ext>
            </a:extLst>
          </p:cNvPr>
          <p:cNvSpPr txBox="1"/>
          <p:nvPr/>
        </p:nvSpPr>
        <p:spPr>
          <a:xfrm>
            <a:off x="5893466" y="5041041"/>
            <a:ext cx="1047125" cy="782169"/>
          </a:xfrm>
          <a:prstGeom prst="roundRect">
            <a:avLst>
              <a:gd name="adj" fmla="val 6656"/>
            </a:avLst>
          </a:prstGeom>
          <a:noFill/>
          <a:ln w="15875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3600" dirty="0">
                <a:solidFill>
                  <a:schemeClr val="accent2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7</a:t>
            </a:r>
            <a:br>
              <a:rPr lang="ar-SA" sz="3200" dirty="0">
                <a:solidFill>
                  <a:schemeClr val="accent4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</a:br>
            <a:r>
              <a:rPr lang="ar-SA" sz="120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برامج وورش 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4427C17-ADFF-4370-8AB3-46D8D75811F2}"/>
              </a:ext>
            </a:extLst>
          </p:cNvPr>
          <p:cNvGrpSpPr/>
          <p:nvPr/>
        </p:nvGrpSpPr>
        <p:grpSpPr>
          <a:xfrm>
            <a:off x="4926191" y="5131801"/>
            <a:ext cx="955438" cy="706528"/>
            <a:chOff x="8239352" y="2813038"/>
            <a:chExt cx="1056004" cy="1247117"/>
          </a:xfrm>
        </p:grpSpPr>
        <p:sp>
          <p:nvSpPr>
            <p:cNvPr id="80" name="Text 6">
              <a:extLst>
                <a:ext uri="{FF2B5EF4-FFF2-40B4-BE49-F238E27FC236}">
                  <a16:creationId xmlns:a16="http://schemas.microsoft.com/office/drawing/2014/main" id="{D1319152-55FA-4414-809A-7B6403A84B6B}"/>
                </a:ext>
              </a:extLst>
            </p:cNvPr>
            <p:cNvSpPr/>
            <p:nvPr/>
          </p:nvSpPr>
          <p:spPr>
            <a:xfrm>
              <a:off x="8239352" y="2813038"/>
              <a:ext cx="1056001" cy="516572"/>
            </a:xfrm>
            <a:prstGeom prst="roundRect">
              <a:avLst/>
            </a:prstGeom>
            <a:noFill/>
            <a:ln w="15875">
              <a:solidFill>
                <a:schemeClr val="accent4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45720" tIns="0" rIns="45720" bIns="0" rtlCol="0" anchor="ctr"/>
            <a:lstStyle/>
            <a:p>
              <a:pPr algn="ctr" rtl="1"/>
              <a:r>
                <a:rPr lang="ar-SA" sz="1050" dirty="0">
                  <a:solidFill>
                    <a:schemeClr val="accent4"/>
                  </a:solidFill>
                  <a:latin typeface="DiodrumArabic-Bold" panose="00000800000000000000" pitchFamily="2" charset="-78"/>
                  <a:cs typeface="DiodrumArabic-Bold" panose="00000800000000000000" pitchFamily="2" charset="-78"/>
                </a:rPr>
                <a:t>2</a:t>
              </a:r>
              <a:r>
                <a:rPr lang="ar-SA" sz="1050" dirty="0">
                  <a:solidFill>
                    <a:schemeClr val="accent4"/>
                  </a:solidFill>
                  <a:latin typeface="DiodrumArabic-Semibold" panose="00000700000000000000" pitchFamily="2" charset="-78"/>
                  <a:ea typeface="+mn-ea"/>
                  <a:cs typeface="DiodrumArabic-Semibold" panose="00000700000000000000" pitchFamily="2" charset="-78"/>
                </a:rPr>
                <a:t> </a:t>
              </a:r>
              <a:r>
                <a:rPr lang="ar-SA" sz="900" dirty="0">
                  <a:solidFill>
                    <a:schemeClr val="accent4"/>
                  </a:solidFill>
                  <a:latin typeface="☞DIODRUM ARABIC MEDIUM" panose="00000600000000000000" pitchFamily="2" charset="-78"/>
                  <a:cs typeface="☞DIODRUM ARABIC MEDIUM" panose="00000600000000000000" pitchFamily="2" charset="-78"/>
                </a:rPr>
                <a:t>برنامج محلي</a:t>
              </a:r>
              <a:endParaRPr lang="ar-SA" sz="105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endParaRPr>
            </a:p>
          </p:txBody>
        </p:sp>
        <p:sp>
          <p:nvSpPr>
            <p:cNvPr id="81" name="Text 6">
              <a:extLst>
                <a:ext uri="{FF2B5EF4-FFF2-40B4-BE49-F238E27FC236}">
                  <a16:creationId xmlns:a16="http://schemas.microsoft.com/office/drawing/2014/main" id="{8DEA86F2-7916-4EF5-8306-70CB327458FD}"/>
                </a:ext>
              </a:extLst>
            </p:cNvPr>
            <p:cNvSpPr/>
            <p:nvPr/>
          </p:nvSpPr>
          <p:spPr>
            <a:xfrm>
              <a:off x="8239353" y="3543583"/>
              <a:ext cx="1056003" cy="516572"/>
            </a:xfrm>
            <a:prstGeom prst="roundRect">
              <a:avLst/>
            </a:prstGeom>
            <a:noFill/>
            <a:ln w="15875">
              <a:solidFill>
                <a:schemeClr val="accent4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45720" tIns="0" rIns="45720" bIns="0" rtlCol="0" anchor="ctr"/>
            <a:lstStyle/>
            <a:p>
              <a:pPr algn="ctr" rtl="1"/>
              <a:r>
                <a:rPr lang="ar-SA" sz="1050" dirty="0">
                  <a:solidFill>
                    <a:schemeClr val="accent4"/>
                  </a:solidFill>
                  <a:latin typeface="DiodrumArabic-Bold" panose="00000800000000000000" pitchFamily="2" charset="-78"/>
                  <a:cs typeface="DiodrumArabic-Bold" panose="00000800000000000000" pitchFamily="2" charset="-78"/>
                </a:rPr>
                <a:t>5</a:t>
              </a:r>
              <a:r>
                <a:rPr lang="ar-SA" sz="1050" dirty="0">
                  <a:solidFill>
                    <a:schemeClr val="accent4"/>
                  </a:solidFill>
                  <a:latin typeface="DiodrumArabic-Semibold" panose="00000700000000000000" pitchFamily="2" charset="-78"/>
                  <a:ea typeface="+mn-ea"/>
                  <a:cs typeface="DiodrumArabic-Semibold" panose="00000700000000000000" pitchFamily="2" charset="-78"/>
                </a:rPr>
                <a:t> </a:t>
              </a:r>
              <a:r>
                <a:rPr lang="ar-SA" sz="900" dirty="0">
                  <a:solidFill>
                    <a:schemeClr val="accent4"/>
                  </a:solidFill>
                  <a:latin typeface="☞DIODRUM ARABIC MEDIUM" panose="00000600000000000000" pitchFamily="2" charset="-78"/>
                  <a:ea typeface="+mn-ea"/>
                  <a:cs typeface="☞DIODRUM ARABIC MEDIUM" panose="00000600000000000000" pitchFamily="2" charset="-78"/>
                </a:rPr>
                <a:t>ورش عمل</a:t>
              </a:r>
              <a:endParaRPr lang="ar-SA" sz="105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endParaRPr>
            </a:p>
          </p:txBody>
        </p:sp>
      </p:grp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3831EEB-7B07-4681-BB8E-FD0D8ED54BFD}"/>
              </a:ext>
            </a:extLst>
          </p:cNvPr>
          <p:cNvCxnSpPr>
            <a:cxnSpLocks/>
          </p:cNvCxnSpPr>
          <p:nvPr/>
        </p:nvCxnSpPr>
        <p:spPr>
          <a:xfrm flipV="1">
            <a:off x="6872895" y="5131802"/>
            <a:ext cx="0" cy="706527"/>
          </a:xfrm>
          <a:prstGeom prst="line">
            <a:avLst/>
          </a:prstGeom>
          <a:ln w="15875" cap="flat" cmpd="sng" algn="ctr">
            <a:solidFill>
              <a:schemeClr val="accent4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0959569C-5310-460E-A472-F47D9E375237}"/>
              </a:ext>
            </a:extLst>
          </p:cNvPr>
          <p:cNvSpPr txBox="1"/>
          <p:nvPr/>
        </p:nvSpPr>
        <p:spPr>
          <a:xfrm>
            <a:off x="2413444" y="4959418"/>
            <a:ext cx="167479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dirty="0"/>
              <a:t>في المركز 3 ورش </a:t>
            </a:r>
            <a:endParaRPr lang="en-US" dirty="0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C9E6477-7945-48C9-BD3A-7AC9C59EFBD9}"/>
              </a:ext>
            </a:extLst>
          </p:cNvPr>
          <p:cNvGrpSpPr/>
          <p:nvPr/>
        </p:nvGrpSpPr>
        <p:grpSpPr>
          <a:xfrm>
            <a:off x="841533" y="4611976"/>
            <a:ext cx="3326455" cy="1534824"/>
            <a:chOff x="8445526" y="3071670"/>
            <a:chExt cx="3383280" cy="3305393"/>
          </a:xfrm>
        </p:grpSpPr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6CEA4D4B-0566-444F-AAEA-FE5D0A2C8695}"/>
                </a:ext>
              </a:extLst>
            </p:cNvPr>
            <p:cNvSpPr/>
            <p:nvPr/>
          </p:nvSpPr>
          <p:spPr>
            <a:xfrm>
              <a:off x="8445526" y="3071670"/>
              <a:ext cx="3383280" cy="2468881"/>
            </a:xfrm>
            <a:prstGeom prst="roundRect">
              <a:avLst>
                <a:gd name="adj" fmla="val 3781"/>
              </a:avLst>
            </a:prstGeom>
            <a:solidFill>
              <a:schemeClr val="accent4"/>
            </a:solidFill>
            <a:ln w="1587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algn="justLow" rtl="1">
                <a:lnSpc>
                  <a:spcPct val="150000"/>
                </a:lnSpc>
              </a:pPr>
              <a:endParaRPr lang="ar-SA" sz="105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endParaRPr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15F66ABF-1427-416E-A3DF-E8062C4B9559}"/>
                </a:ext>
              </a:extLst>
            </p:cNvPr>
            <p:cNvSpPr/>
            <p:nvPr/>
          </p:nvSpPr>
          <p:spPr>
            <a:xfrm>
              <a:off x="8445526" y="3118817"/>
              <a:ext cx="3383280" cy="3258246"/>
            </a:xfrm>
            <a:prstGeom prst="roundRect">
              <a:avLst>
                <a:gd name="adj" fmla="val 3781"/>
              </a:avLst>
            </a:prstGeom>
            <a:solidFill>
              <a:schemeClr val="bg1"/>
            </a:solidFill>
            <a:ln w="15875">
              <a:noFill/>
            </a:ln>
            <a:effectLst>
              <a:outerShdw blurRad="1905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algn="justLow" rtl="1">
                <a:lnSpc>
                  <a:spcPct val="150000"/>
                </a:lnSpc>
              </a:pPr>
              <a:endParaRPr lang="ar-SA" sz="105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endParaRPr>
            </a:p>
          </p:txBody>
        </p: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B5BD6FB0-E623-44FD-8FC3-AF11EBC68CF3}"/>
              </a:ext>
            </a:extLst>
          </p:cNvPr>
          <p:cNvSpPr txBox="1"/>
          <p:nvPr/>
        </p:nvSpPr>
        <p:spPr>
          <a:xfrm>
            <a:off x="3081342" y="4985035"/>
            <a:ext cx="1167650" cy="948432"/>
          </a:xfrm>
          <a:prstGeom prst="roundRect">
            <a:avLst>
              <a:gd name="adj" fmla="val 7882"/>
            </a:avLst>
          </a:prstGeom>
          <a:noFill/>
          <a:ln w="12700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3200" dirty="0">
                <a:solidFill>
                  <a:srgbClr val="002060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175</a:t>
            </a:r>
            <a:br>
              <a:rPr lang="ar-SA" sz="32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</a:br>
            <a:r>
              <a:rPr lang="ar-SA" sz="120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مستفيد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9732FF5-4218-4083-AA9D-DDC65954FFD7}"/>
              </a:ext>
            </a:extLst>
          </p:cNvPr>
          <p:cNvSpPr txBox="1"/>
          <p:nvPr/>
        </p:nvSpPr>
        <p:spPr>
          <a:xfrm>
            <a:off x="1761198" y="5073127"/>
            <a:ext cx="1750703" cy="782169"/>
          </a:xfrm>
          <a:prstGeom prst="roundRect">
            <a:avLst>
              <a:gd name="adj" fmla="val 6656"/>
            </a:avLst>
          </a:prstGeom>
          <a:noFill/>
          <a:ln w="15875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3600" dirty="0">
                <a:solidFill>
                  <a:schemeClr val="accent2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7</a:t>
            </a:r>
            <a:br>
              <a:rPr lang="ar-SA" sz="3200" dirty="0">
                <a:solidFill>
                  <a:schemeClr val="accent4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</a:br>
            <a:r>
              <a:rPr lang="ar-SA" sz="120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برامج وورش 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62757E4-E64A-49C1-BDD1-0BEE3E4B7900}"/>
              </a:ext>
            </a:extLst>
          </p:cNvPr>
          <p:cNvGrpSpPr/>
          <p:nvPr/>
        </p:nvGrpSpPr>
        <p:grpSpPr>
          <a:xfrm>
            <a:off x="1144579" y="5163887"/>
            <a:ext cx="955437" cy="706528"/>
            <a:chOff x="8239353" y="2813038"/>
            <a:chExt cx="1056003" cy="1247117"/>
          </a:xfrm>
        </p:grpSpPr>
        <p:sp>
          <p:nvSpPr>
            <p:cNvPr id="106" name="Text 6">
              <a:extLst>
                <a:ext uri="{FF2B5EF4-FFF2-40B4-BE49-F238E27FC236}">
                  <a16:creationId xmlns:a16="http://schemas.microsoft.com/office/drawing/2014/main" id="{88BFD544-9F20-4D5B-BC6F-C417A7DD4AFB}"/>
                </a:ext>
              </a:extLst>
            </p:cNvPr>
            <p:cNvSpPr/>
            <p:nvPr/>
          </p:nvSpPr>
          <p:spPr>
            <a:xfrm>
              <a:off x="8239353" y="2813038"/>
              <a:ext cx="1056003" cy="516572"/>
            </a:xfrm>
            <a:prstGeom prst="roundRect">
              <a:avLst/>
            </a:prstGeom>
            <a:noFill/>
            <a:ln w="15875">
              <a:solidFill>
                <a:schemeClr val="accent4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45720" tIns="0" rIns="45720" bIns="0" rtlCol="0" anchor="ctr"/>
            <a:lstStyle/>
            <a:p>
              <a:pPr algn="ctr" rtl="1"/>
              <a:r>
                <a:rPr lang="ar-SA" sz="1050" dirty="0">
                  <a:solidFill>
                    <a:schemeClr val="accent4"/>
                  </a:solidFill>
                  <a:latin typeface="DiodrumArabic-Bold" panose="00000800000000000000" pitchFamily="2" charset="-78"/>
                  <a:cs typeface="DiodrumArabic-Bold" panose="00000800000000000000" pitchFamily="2" charset="-78"/>
                </a:rPr>
                <a:t>2</a:t>
              </a:r>
              <a:r>
                <a:rPr lang="ar-SA" sz="1050" dirty="0">
                  <a:solidFill>
                    <a:schemeClr val="accent4"/>
                  </a:solidFill>
                  <a:latin typeface="DiodrumArabic-Semibold" panose="00000700000000000000" pitchFamily="2" charset="-78"/>
                  <a:ea typeface="+mn-ea"/>
                  <a:cs typeface="DiodrumArabic-Semibold" panose="00000700000000000000" pitchFamily="2" charset="-78"/>
                </a:rPr>
                <a:t> </a:t>
              </a:r>
              <a:r>
                <a:rPr lang="ar-SA" sz="900" dirty="0">
                  <a:solidFill>
                    <a:schemeClr val="accent4"/>
                  </a:solidFill>
                  <a:latin typeface="☞DIODRUM ARABIC MEDIUM" panose="00000600000000000000" pitchFamily="2" charset="-78"/>
                  <a:cs typeface="☞DIODRUM ARABIC MEDIUM" panose="00000600000000000000" pitchFamily="2" charset="-78"/>
                </a:rPr>
                <a:t>برنامج محلي</a:t>
              </a:r>
              <a:endParaRPr lang="ar-SA" sz="105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endParaRPr>
            </a:p>
          </p:txBody>
        </p:sp>
        <p:sp>
          <p:nvSpPr>
            <p:cNvPr id="145" name="Text 6">
              <a:extLst>
                <a:ext uri="{FF2B5EF4-FFF2-40B4-BE49-F238E27FC236}">
                  <a16:creationId xmlns:a16="http://schemas.microsoft.com/office/drawing/2014/main" id="{BDB72EB5-B09D-4B8B-ABF6-4EBC842877A5}"/>
                </a:ext>
              </a:extLst>
            </p:cNvPr>
            <p:cNvSpPr/>
            <p:nvPr/>
          </p:nvSpPr>
          <p:spPr>
            <a:xfrm>
              <a:off x="8239353" y="3543583"/>
              <a:ext cx="1056003" cy="516572"/>
            </a:xfrm>
            <a:prstGeom prst="roundRect">
              <a:avLst/>
            </a:prstGeom>
            <a:noFill/>
            <a:ln w="15875">
              <a:solidFill>
                <a:schemeClr val="accent4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45720" tIns="0" rIns="45720" bIns="0" rtlCol="0" anchor="ctr"/>
            <a:lstStyle/>
            <a:p>
              <a:pPr algn="ctr" rtl="1"/>
              <a:r>
                <a:rPr lang="ar-SA" sz="1050" dirty="0">
                  <a:solidFill>
                    <a:schemeClr val="accent4"/>
                  </a:solidFill>
                  <a:latin typeface="DiodrumArabic-Bold" panose="00000800000000000000" pitchFamily="2" charset="-78"/>
                  <a:cs typeface="DiodrumArabic-Bold" panose="00000800000000000000" pitchFamily="2" charset="-78"/>
                </a:rPr>
                <a:t>5</a:t>
              </a:r>
              <a:r>
                <a:rPr lang="ar-SA" sz="1050" dirty="0">
                  <a:solidFill>
                    <a:schemeClr val="accent4"/>
                  </a:solidFill>
                  <a:latin typeface="DiodrumArabic-Semibold" panose="00000700000000000000" pitchFamily="2" charset="-78"/>
                  <a:ea typeface="+mn-ea"/>
                  <a:cs typeface="DiodrumArabic-Semibold" panose="00000700000000000000" pitchFamily="2" charset="-78"/>
                </a:rPr>
                <a:t> </a:t>
              </a:r>
              <a:r>
                <a:rPr lang="ar-SA" sz="900" dirty="0">
                  <a:solidFill>
                    <a:schemeClr val="accent4"/>
                  </a:solidFill>
                  <a:latin typeface="☞DIODRUM ARABIC MEDIUM" panose="00000600000000000000" pitchFamily="2" charset="-78"/>
                  <a:ea typeface="+mn-ea"/>
                  <a:cs typeface="☞DIODRUM ARABIC MEDIUM" panose="00000600000000000000" pitchFamily="2" charset="-78"/>
                </a:rPr>
                <a:t>ورش عمل </a:t>
              </a:r>
              <a:endParaRPr lang="ar-SA" sz="105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endParaRPr>
            </a:p>
          </p:txBody>
        </p:sp>
      </p:grp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269E5BFD-DA80-4770-815A-E6C9175F95CB}"/>
              </a:ext>
            </a:extLst>
          </p:cNvPr>
          <p:cNvCxnSpPr>
            <a:cxnSpLocks/>
          </p:cNvCxnSpPr>
          <p:nvPr/>
        </p:nvCxnSpPr>
        <p:spPr>
          <a:xfrm flipV="1">
            <a:off x="3171493" y="5163888"/>
            <a:ext cx="0" cy="706527"/>
          </a:xfrm>
          <a:prstGeom prst="line">
            <a:avLst/>
          </a:prstGeom>
          <a:ln w="15875" cap="flat" cmpd="sng" algn="ctr">
            <a:solidFill>
              <a:schemeClr val="accent4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C48EE8BD-9282-4173-8C77-EC6806FDC1DD}"/>
              </a:ext>
            </a:extLst>
          </p:cNvPr>
          <p:cNvCxnSpPr>
            <a:cxnSpLocks/>
          </p:cNvCxnSpPr>
          <p:nvPr/>
        </p:nvCxnSpPr>
        <p:spPr>
          <a:xfrm flipV="1">
            <a:off x="4511011" y="4600071"/>
            <a:ext cx="0" cy="1909011"/>
          </a:xfrm>
          <a:prstGeom prst="line">
            <a:avLst/>
          </a:prstGeom>
          <a:ln w="15875" cap="flat" cmpd="sng" algn="ctr">
            <a:solidFill>
              <a:schemeClr val="accent4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E24F6CDE-620E-4260-A09F-65F2FD54DE97}"/>
              </a:ext>
            </a:extLst>
          </p:cNvPr>
          <p:cNvCxnSpPr>
            <a:cxnSpLocks/>
          </p:cNvCxnSpPr>
          <p:nvPr/>
        </p:nvCxnSpPr>
        <p:spPr>
          <a:xfrm flipV="1">
            <a:off x="8128506" y="4704345"/>
            <a:ext cx="0" cy="1708484"/>
          </a:xfrm>
          <a:prstGeom prst="line">
            <a:avLst/>
          </a:prstGeom>
          <a:ln w="15875" cap="flat" cmpd="sng" algn="ctr">
            <a:solidFill>
              <a:schemeClr val="accent4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3C89AF59-5C97-4E1B-9B97-5C54480AC8F4}"/>
              </a:ext>
            </a:extLst>
          </p:cNvPr>
          <p:cNvSpPr/>
          <p:nvPr/>
        </p:nvSpPr>
        <p:spPr>
          <a:xfrm>
            <a:off x="3101304" y="3098789"/>
            <a:ext cx="6941987" cy="6985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tIns="0" rIns="640080" bIns="45720" anchor="ctr">
            <a:noAutofit/>
          </a:bodyPr>
          <a:lstStyle/>
          <a:p>
            <a:pPr algn="r" rtl="1">
              <a:lnSpc>
                <a:spcPct val="120000"/>
              </a:lnSpc>
            </a:pPr>
            <a:endParaRPr lang="ar-SA" sz="900">
              <a:solidFill>
                <a:schemeClr val="accent4"/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05EE982A-BCE1-4380-9107-021CFDA6FB57}"/>
              </a:ext>
            </a:extLst>
          </p:cNvPr>
          <p:cNvCxnSpPr>
            <a:cxnSpLocks/>
          </p:cNvCxnSpPr>
          <p:nvPr/>
        </p:nvCxnSpPr>
        <p:spPr>
          <a:xfrm flipV="1">
            <a:off x="6212912" y="3220313"/>
            <a:ext cx="0" cy="437276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7C557D88-0FB2-461A-896F-6BB23081EE69}"/>
              </a:ext>
            </a:extLst>
          </p:cNvPr>
          <p:cNvSpPr txBox="1"/>
          <p:nvPr/>
        </p:nvSpPr>
        <p:spPr>
          <a:xfrm>
            <a:off x="3903157" y="2867909"/>
            <a:ext cx="1503884" cy="109728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28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13</a:t>
            </a:r>
            <a:r>
              <a:rPr lang="en-US" sz="24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 </a:t>
            </a:r>
            <a:r>
              <a:rPr lang="ar-SA" sz="1050" dirty="0">
                <a:solidFill>
                  <a:schemeClr val="accent2">
                    <a:lumMod val="75000"/>
                  </a:schemeClr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ورشة عمل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B5C24EA-E343-44B8-B958-2BD2DC4176C1}"/>
              </a:ext>
            </a:extLst>
          </p:cNvPr>
          <p:cNvSpPr txBox="1"/>
          <p:nvPr/>
        </p:nvSpPr>
        <p:spPr>
          <a:xfrm>
            <a:off x="7592830" y="2867909"/>
            <a:ext cx="1497913" cy="109728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28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6</a:t>
            </a:r>
            <a:r>
              <a:rPr lang="en-US" sz="24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 </a:t>
            </a:r>
            <a:r>
              <a:rPr lang="ar-SA" sz="1050" dirty="0">
                <a:solidFill>
                  <a:schemeClr val="accent2">
                    <a:lumMod val="75000"/>
                  </a:schemeClr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برامج تدريبية</a:t>
            </a:r>
          </a:p>
        </p:txBody>
      </p:sp>
      <p:sp>
        <p:nvSpPr>
          <p:cNvPr id="155" name="Text 6">
            <a:extLst>
              <a:ext uri="{FF2B5EF4-FFF2-40B4-BE49-F238E27FC236}">
                <a16:creationId xmlns:a16="http://schemas.microsoft.com/office/drawing/2014/main" id="{BAE709FA-8099-4EF0-9FED-3F24910B5D4A}"/>
              </a:ext>
            </a:extLst>
          </p:cNvPr>
          <p:cNvSpPr/>
          <p:nvPr/>
        </p:nvSpPr>
        <p:spPr>
          <a:xfrm>
            <a:off x="6454436" y="3148587"/>
            <a:ext cx="1056003" cy="238501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45720" tIns="0" rIns="45720" bIns="0" rtlCol="0" anchor="ctr"/>
          <a:lstStyle/>
          <a:p>
            <a:pPr algn="ctr" rtl="1"/>
            <a:r>
              <a:rPr lang="ar-SA" sz="1050" dirty="0">
                <a:solidFill>
                  <a:schemeClr val="accent2">
                    <a:lumMod val="75000"/>
                  </a:schemeClr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2</a:t>
            </a:r>
            <a:r>
              <a:rPr lang="ar-SA" sz="900" dirty="0">
                <a:solidFill>
                  <a:schemeClr val="accent2">
                    <a:lumMod val="75000"/>
                  </a:schemeClr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برامج دولية</a:t>
            </a:r>
            <a:endParaRPr lang="ar-SA" sz="1050" dirty="0">
              <a:solidFill>
                <a:schemeClr val="accent2">
                  <a:lumMod val="75000"/>
                </a:schemeClr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156" name="Text 6">
            <a:extLst>
              <a:ext uri="{FF2B5EF4-FFF2-40B4-BE49-F238E27FC236}">
                <a16:creationId xmlns:a16="http://schemas.microsoft.com/office/drawing/2014/main" id="{3AADD820-C64C-4179-9CA8-B5B0E6D0B1FE}"/>
              </a:ext>
            </a:extLst>
          </p:cNvPr>
          <p:cNvSpPr/>
          <p:nvPr/>
        </p:nvSpPr>
        <p:spPr>
          <a:xfrm>
            <a:off x="6454436" y="3498344"/>
            <a:ext cx="1056003" cy="238501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45720" tIns="0" rIns="45720" bIns="0" rtlCol="0" anchor="ctr"/>
          <a:lstStyle/>
          <a:p>
            <a:pPr algn="ctr" rtl="1"/>
            <a:r>
              <a:rPr lang="ar-SA" sz="1050" dirty="0">
                <a:solidFill>
                  <a:schemeClr val="accent2">
                    <a:lumMod val="75000"/>
                  </a:schemeClr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4</a:t>
            </a:r>
            <a:r>
              <a:rPr lang="ar-SA" sz="900" dirty="0">
                <a:solidFill>
                  <a:schemeClr val="accent2">
                    <a:lumMod val="75000"/>
                  </a:schemeClr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برامج محليه</a:t>
            </a:r>
            <a:endParaRPr lang="ar-SA" sz="1050" dirty="0">
              <a:solidFill>
                <a:schemeClr val="accent2">
                  <a:lumMod val="75000"/>
                </a:schemeClr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pic>
        <p:nvPicPr>
          <p:cNvPr id="157" name="Graphic 156">
            <a:extLst>
              <a:ext uri="{FF2B5EF4-FFF2-40B4-BE49-F238E27FC236}">
                <a16:creationId xmlns:a16="http://schemas.microsoft.com/office/drawing/2014/main" id="{58414213-9F47-44FF-BDFC-AECEEABD08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6703" y="3192849"/>
            <a:ext cx="401240" cy="401240"/>
          </a:xfrm>
          <a:prstGeom prst="rect">
            <a:avLst/>
          </a:prstGeom>
        </p:spPr>
      </p:pic>
      <p:pic>
        <p:nvPicPr>
          <p:cNvPr id="158" name="Graphic 157">
            <a:extLst>
              <a:ext uri="{FF2B5EF4-FFF2-40B4-BE49-F238E27FC236}">
                <a16:creationId xmlns:a16="http://schemas.microsoft.com/office/drawing/2014/main" id="{CC936424-8A39-4397-8F4A-7E679D09644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9613" y="3256349"/>
            <a:ext cx="337740" cy="337740"/>
          </a:xfrm>
          <a:prstGeom prst="rect">
            <a:avLst/>
          </a:prstGeom>
        </p:spPr>
      </p:pic>
      <p:sp>
        <p:nvSpPr>
          <p:cNvPr id="85" name="Text 7">
            <a:extLst>
              <a:ext uri="{FF2B5EF4-FFF2-40B4-BE49-F238E27FC236}">
                <a16:creationId xmlns:a16="http://schemas.microsoft.com/office/drawing/2014/main" id="{B903C77B-E5B2-4B54-B41D-A90E2C1677CD}"/>
              </a:ext>
            </a:extLst>
          </p:cNvPr>
          <p:cNvSpPr txBox="1"/>
          <p:nvPr/>
        </p:nvSpPr>
        <p:spPr>
          <a:xfrm>
            <a:off x="8316273" y="2228033"/>
            <a:ext cx="179387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r" rtl="1">
              <a:buNone/>
              <a:defRPr sz="1200">
                <a:solidFill>
                  <a:schemeClr val="bg1">
                    <a:alpha val="65000"/>
                  </a:schemeClr>
                </a:solidFill>
                <a:latin typeface="DiodrumArabic-Bold" panose="00000800000000000000" pitchFamily="2" charset="-78"/>
                <a:ea typeface="Tajawal" pitchFamily="34" charset="-122"/>
                <a:cs typeface="DiodrumArabic-Bold" panose="00000800000000000000" pitchFamily="2" charset="-78"/>
              </a:defRPr>
            </a:lvl1pPr>
          </a:lstStyle>
          <a:p>
            <a:r>
              <a:rPr lang="ar-SA" sz="900" dirty="0">
                <a:solidFill>
                  <a:srgbClr val="1CC182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من مستهدف 1800 </a:t>
            </a:r>
            <a:endParaRPr lang="en-US" sz="900" dirty="0">
              <a:solidFill>
                <a:srgbClr val="1CC182"/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90" name="Text 7">
            <a:extLst>
              <a:ext uri="{FF2B5EF4-FFF2-40B4-BE49-F238E27FC236}">
                <a16:creationId xmlns:a16="http://schemas.microsoft.com/office/drawing/2014/main" id="{FEEDD10B-B556-4FCB-AC34-DD781D313A5E}"/>
              </a:ext>
            </a:extLst>
          </p:cNvPr>
          <p:cNvSpPr txBox="1"/>
          <p:nvPr/>
        </p:nvSpPr>
        <p:spPr>
          <a:xfrm>
            <a:off x="6157301" y="2037884"/>
            <a:ext cx="179387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r" rtl="1">
              <a:buNone/>
              <a:defRPr sz="1200">
                <a:solidFill>
                  <a:schemeClr val="bg1">
                    <a:alpha val="65000"/>
                  </a:schemeClr>
                </a:solidFill>
                <a:latin typeface="DiodrumArabic-Bold" panose="00000800000000000000" pitchFamily="2" charset="-78"/>
                <a:ea typeface="Tajawal" pitchFamily="34" charset="-122"/>
                <a:cs typeface="DiodrumArabic-Bold" panose="00000800000000000000" pitchFamily="2" charset="-78"/>
              </a:defRPr>
            </a:lvl1pPr>
          </a:lstStyle>
          <a:p>
            <a:r>
              <a:rPr lang="ar-SA" sz="1100" dirty="0"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برنامج و ورشه تدريبية حضورية</a:t>
            </a:r>
            <a:endParaRPr lang="en-US" sz="1100" dirty="0"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97" name="Text 6">
            <a:extLst>
              <a:ext uri="{FF2B5EF4-FFF2-40B4-BE49-F238E27FC236}">
                <a16:creationId xmlns:a16="http://schemas.microsoft.com/office/drawing/2014/main" id="{1BD7C331-046D-41C8-AA06-3BB20FFD3293}"/>
              </a:ext>
            </a:extLst>
          </p:cNvPr>
          <p:cNvSpPr/>
          <p:nvPr/>
        </p:nvSpPr>
        <p:spPr>
          <a:xfrm>
            <a:off x="4891795" y="1639918"/>
            <a:ext cx="1056003" cy="238501"/>
          </a:xfrm>
          <a:prstGeom prst="roundRect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 rtl="1"/>
            <a:r>
              <a:rPr lang="ar-SA" sz="1050" dirty="0">
                <a:solidFill>
                  <a:schemeClr val="bg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31 برنامج تدريبي  </a:t>
            </a:r>
            <a:endParaRPr lang="ar-SA" sz="1050" dirty="0">
              <a:solidFill>
                <a:schemeClr val="bg1"/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98" name="Text 6">
            <a:extLst>
              <a:ext uri="{FF2B5EF4-FFF2-40B4-BE49-F238E27FC236}">
                <a16:creationId xmlns:a16="http://schemas.microsoft.com/office/drawing/2014/main" id="{77ADCB44-E7BF-4093-9101-8749778E5474}"/>
              </a:ext>
            </a:extLst>
          </p:cNvPr>
          <p:cNvSpPr/>
          <p:nvPr/>
        </p:nvSpPr>
        <p:spPr>
          <a:xfrm>
            <a:off x="4912219" y="2056268"/>
            <a:ext cx="1056003" cy="238501"/>
          </a:xfrm>
          <a:prstGeom prst="roundRect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 rtl="1"/>
            <a:r>
              <a:rPr lang="ar-SA" sz="1050" dirty="0">
                <a:solidFill>
                  <a:schemeClr val="bg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23 ورشة تدريبية</a:t>
            </a:r>
            <a:endParaRPr lang="ar-SA" sz="1050" dirty="0">
              <a:solidFill>
                <a:schemeClr val="bg1"/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99" name="Text 7">
            <a:extLst>
              <a:ext uri="{FF2B5EF4-FFF2-40B4-BE49-F238E27FC236}">
                <a16:creationId xmlns:a16="http://schemas.microsoft.com/office/drawing/2014/main" id="{A1FDBC50-A12B-495B-BB87-DDF6122BC040}"/>
              </a:ext>
            </a:extLst>
          </p:cNvPr>
          <p:cNvSpPr txBox="1"/>
          <p:nvPr/>
        </p:nvSpPr>
        <p:spPr>
          <a:xfrm>
            <a:off x="2726964" y="1925066"/>
            <a:ext cx="179387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r" rtl="1">
              <a:buNone/>
              <a:defRPr sz="1200">
                <a:solidFill>
                  <a:schemeClr val="bg1">
                    <a:alpha val="65000"/>
                  </a:schemeClr>
                </a:solidFill>
                <a:latin typeface="DiodrumArabic-Bold" panose="00000800000000000000" pitchFamily="2" charset="-78"/>
                <a:ea typeface="Tajawal" pitchFamily="34" charset="-122"/>
                <a:cs typeface="DiodrumArabic-Bold" panose="00000800000000000000" pitchFamily="2" charset="-78"/>
              </a:defRPr>
            </a:lvl1pPr>
          </a:lstStyle>
          <a:p>
            <a:r>
              <a:rPr lang="ar-SA" sz="900" dirty="0">
                <a:solidFill>
                  <a:srgbClr val="1CC182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13 برنامج و ورشة تدريبية مقامه في مركز الابتكار </a:t>
            </a:r>
            <a:endParaRPr lang="en-US" sz="900" dirty="0">
              <a:solidFill>
                <a:srgbClr val="1CC182"/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BE51D27-E183-4E08-9D68-A272BB3D9F23}"/>
              </a:ext>
            </a:extLst>
          </p:cNvPr>
          <p:cNvSpPr txBox="1"/>
          <p:nvPr/>
        </p:nvSpPr>
        <p:spPr>
          <a:xfrm>
            <a:off x="5466632" y="4432336"/>
            <a:ext cx="1441588" cy="32531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alpha val="10000"/>
              </a:schemeClr>
            </a:solidFill>
          </a:ln>
        </p:spPr>
        <p:txBody>
          <a:bodyPr wrap="square" lIns="0" rIns="0" bIns="91440" anchor="ctr">
            <a:noAutofit/>
          </a:bodyPr>
          <a:lstStyle/>
          <a:p>
            <a:pPr algn="ctr" rtl="1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20000"/>
            </a:pPr>
            <a:r>
              <a:rPr lang="ar-SA" sz="1200" dirty="0">
                <a:solidFill>
                  <a:schemeClr val="accent4">
                    <a:alpha val="50000"/>
                  </a:schemeClr>
                </a:solidFill>
                <a:latin typeface="SST Arabic" panose="020B0504030504020204" pitchFamily="34" charset="-78"/>
                <a:cs typeface="+mn-cs"/>
              </a:rPr>
              <a:t>يوليو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4A0475-E19B-4D8E-B5B5-866545E75077}"/>
              </a:ext>
            </a:extLst>
          </p:cNvPr>
          <p:cNvSpPr txBox="1"/>
          <p:nvPr/>
        </p:nvSpPr>
        <p:spPr>
          <a:xfrm>
            <a:off x="1659716" y="4436493"/>
            <a:ext cx="1441588" cy="32531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alpha val="10000"/>
              </a:schemeClr>
            </a:solidFill>
          </a:ln>
        </p:spPr>
        <p:txBody>
          <a:bodyPr wrap="square" lIns="0" rIns="0" bIns="91440" anchor="ctr">
            <a:noAutofit/>
          </a:bodyPr>
          <a:lstStyle/>
          <a:p>
            <a:pPr algn="ctr" rtl="1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20000"/>
            </a:pPr>
            <a:r>
              <a:rPr lang="ar-SA" sz="1200" dirty="0">
                <a:solidFill>
                  <a:schemeClr val="accent4">
                    <a:alpha val="50000"/>
                  </a:schemeClr>
                </a:solidFill>
                <a:latin typeface="SST Arabic" panose="020B0504030504020204" pitchFamily="34" charset="-78"/>
                <a:cs typeface="+mn-cs"/>
              </a:rPr>
              <a:t>أغسطس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B398E55-F01F-43F9-8BA9-EA7BA1443204}"/>
              </a:ext>
            </a:extLst>
          </p:cNvPr>
          <p:cNvSpPr txBox="1"/>
          <p:nvPr/>
        </p:nvSpPr>
        <p:spPr>
          <a:xfrm>
            <a:off x="3555653" y="2688440"/>
            <a:ext cx="5314517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algn="r" rtl="1"/>
            <a:r>
              <a:rPr lang="ar-SA" sz="16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  <a:t>ملخص منجز شهر يونيو – يوليو – أغسطس :</a:t>
            </a:r>
            <a:r>
              <a:rPr lang="en-US" sz="16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  <a:t> 507 </a:t>
            </a:r>
            <a:r>
              <a:rPr lang="ar-SA" sz="16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  <a:t>مستفيد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8A92B84-E4DE-4C25-AD85-36E8C545A10B}"/>
              </a:ext>
            </a:extLst>
          </p:cNvPr>
          <p:cNvSpPr txBox="1"/>
          <p:nvPr/>
        </p:nvSpPr>
        <p:spPr>
          <a:xfrm>
            <a:off x="8229600" y="3995050"/>
            <a:ext cx="3502492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algn="r" rtl="1"/>
            <a:r>
              <a:rPr lang="ar-SA" sz="16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  <a:t>منجز الأشهر :  </a:t>
            </a:r>
          </a:p>
        </p:txBody>
      </p:sp>
      <p:sp>
        <p:nvSpPr>
          <p:cNvPr id="11" name="SecloreFooter">
            <a:extLst>
              <a:ext uri="{FF2B5EF4-FFF2-40B4-BE49-F238E27FC236}">
                <a16:creationId xmlns:a16="http://schemas.microsoft.com/office/drawing/2014/main" id="{FE53BD42-AF09-4407-AF8B-D0497E98ECF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57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4DC46F29-BFFB-4522-87F9-6CE277B5381C}"/>
              </a:ext>
            </a:extLst>
          </p:cNvPr>
          <p:cNvSpPr/>
          <p:nvPr/>
        </p:nvSpPr>
        <p:spPr>
          <a:xfrm>
            <a:off x="1375531" y="1420157"/>
            <a:ext cx="10592075" cy="987552"/>
          </a:xfrm>
          <a:prstGeom prst="roundRect">
            <a:avLst/>
          </a:prstGeom>
          <a:gradFill>
            <a:gsLst>
              <a:gs pos="0">
                <a:srgbClr val="1D164B"/>
              </a:gs>
              <a:gs pos="90000">
                <a:srgbClr val="3B2D8A"/>
              </a:gs>
            </a:gsLst>
            <a:lin ang="2700000" scaled="1"/>
          </a:gradFill>
          <a:ln w="12700">
            <a:noFill/>
          </a:ln>
          <a:effectLst>
            <a:outerShdw blurRad="190500" algn="tl" rotWithShape="0">
              <a:prstClr val="black">
                <a:alpha val="15000"/>
              </a:prstClr>
            </a:outerShdw>
          </a:effectLst>
        </p:spPr>
        <p:txBody>
          <a:bodyPr wrap="square" tIns="0" rIns="640080" bIns="45720" anchor="ctr">
            <a:noAutofit/>
          </a:bodyPr>
          <a:lstStyle/>
          <a:p>
            <a:pPr algn="r" rtl="1">
              <a:lnSpc>
                <a:spcPct val="120000"/>
              </a:lnSpc>
            </a:pPr>
            <a:endParaRPr lang="ar-SA" sz="900" dirty="0">
              <a:solidFill>
                <a:schemeClr val="accent4"/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36" name="Title 35">
            <a:extLst>
              <a:ext uri="{FF2B5EF4-FFF2-40B4-BE49-F238E27FC236}">
                <a16:creationId xmlns:a16="http://schemas.microsoft.com/office/drawing/2014/main" id="{E545E292-BF3E-A8FF-2389-8318FE576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436" y="154155"/>
            <a:ext cx="10515600" cy="603180"/>
          </a:xfrm>
        </p:spPr>
        <p:txBody>
          <a:bodyPr/>
          <a:lstStyle/>
          <a:p>
            <a:r>
              <a:rPr lang="ar-SA" dirty="0">
                <a:solidFill>
                  <a:schemeClr val="accent2">
                    <a:lumMod val="75000"/>
                  </a:schemeClr>
                </a:solidFill>
              </a:rPr>
              <a:t>1.1</a:t>
            </a:r>
            <a:r>
              <a:rPr lang="ar-SA" dirty="0"/>
              <a:t> المنجزات</a:t>
            </a:r>
            <a:endParaRPr lang="en-US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B2E664A-AF98-B66C-DA5F-0B513761F0C9}"/>
              </a:ext>
            </a:extLst>
          </p:cNvPr>
          <p:cNvCxnSpPr>
            <a:cxnSpLocks/>
          </p:cNvCxnSpPr>
          <p:nvPr/>
        </p:nvCxnSpPr>
        <p:spPr>
          <a:xfrm flipH="1">
            <a:off x="379851" y="796402"/>
            <a:ext cx="11448955" cy="0"/>
          </a:xfrm>
          <a:prstGeom prst="line">
            <a:avLst/>
          </a:prstGeom>
          <a:ln w="28575">
            <a:gradFill flip="none" rotWithShape="1">
              <a:gsLst>
                <a:gs pos="100000">
                  <a:schemeClr val="accent2"/>
                </a:gs>
                <a:gs pos="0">
                  <a:schemeClr val="accent3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92EA03-53D2-4479-8841-E541579E9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7420" y="6498731"/>
            <a:ext cx="467734" cy="206790"/>
          </a:xfrm>
        </p:spPr>
        <p:txBody>
          <a:bodyPr/>
          <a:lstStyle/>
          <a:p>
            <a:fld id="{679EF615-E246-4FA6-9E75-123AAEB83405}" type="slidenum">
              <a:rPr lang="en-PH" smtClean="0"/>
              <a:pPr/>
              <a:t>5</a:t>
            </a:fld>
            <a:endParaRPr lang="en-PH" dirty="0"/>
          </a:p>
        </p:txBody>
      </p:sp>
      <p:sp>
        <p:nvSpPr>
          <p:cNvPr id="68" name="Text 6">
            <a:extLst>
              <a:ext uri="{FF2B5EF4-FFF2-40B4-BE49-F238E27FC236}">
                <a16:creationId xmlns:a16="http://schemas.microsoft.com/office/drawing/2014/main" id="{D26C82EF-055B-4F23-A654-3219F51D7155}"/>
              </a:ext>
            </a:extLst>
          </p:cNvPr>
          <p:cNvSpPr txBox="1"/>
          <p:nvPr/>
        </p:nvSpPr>
        <p:spPr>
          <a:xfrm>
            <a:off x="8615829" y="1586538"/>
            <a:ext cx="304861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 rtl="1">
              <a:buNone/>
            </a:pPr>
            <a:r>
              <a:rPr lang="en-US" sz="1200" kern="0" dirty="0" err="1">
                <a:solidFill>
                  <a:schemeClr val="bg1"/>
                </a:solidFill>
                <a:latin typeface="☞DIODRUM ARABIC SEMIBOLD" pitchFamily="2" charset="-78"/>
                <a:ea typeface="Tajawal" pitchFamily="34" charset="-122"/>
                <a:cs typeface="☞DIODRUM ARABIC SEMIBOLD" pitchFamily="2" charset="-78"/>
              </a:rPr>
              <a:t>إجمالي</a:t>
            </a:r>
            <a:r>
              <a:rPr lang="en-US" sz="1200" kern="0" dirty="0">
                <a:solidFill>
                  <a:schemeClr val="bg1"/>
                </a:solidFill>
                <a:latin typeface="☞DIODRUM ARABIC SEMIBOLD" pitchFamily="2" charset="-78"/>
                <a:ea typeface="Tajawal" pitchFamily="34" charset="-122"/>
                <a:cs typeface="☞DIODRUM ARABIC SEMIBOLD" pitchFamily="2" charset="-78"/>
              </a:rPr>
              <a:t> </a:t>
            </a:r>
            <a:r>
              <a:rPr lang="en-US" sz="1200" kern="0" dirty="0" err="1">
                <a:solidFill>
                  <a:schemeClr val="bg1"/>
                </a:solidFill>
                <a:latin typeface="☞DIODRUM ARABIC SEMIBOLD" pitchFamily="2" charset="-78"/>
                <a:ea typeface="Tajawal" pitchFamily="34" charset="-122"/>
                <a:cs typeface="☞DIODRUM ARABIC SEMIBOLD" pitchFamily="2" charset="-78"/>
              </a:rPr>
              <a:t>المستفيدين</a:t>
            </a:r>
            <a:endParaRPr lang="en-US" sz="1200" dirty="0">
              <a:solidFill>
                <a:schemeClr val="bg1"/>
              </a:solidFill>
              <a:latin typeface="☞DIODRUM ARABIC SEMIBOLD" pitchFamily="2" charset="-78"/>
              <a:cs typeface="☞DIODRUM ARABIC SEMIBOLD" pitchFamily="2" charset="-78"/>
            </a:endParaRPr>
          </a:p>
        </p:txBody>
      </p:sp>
      <p:sp>
        <p:nvSpPr>
          <p:cNvPr id="89" name="Text 7">
            <a:extLst>
              <a:ext uri="{FF2B5EF4-FFF2-40B4-BE49-F238E27FC236}">
                <a16:creationId xmlns:a16="http://schemas.microsoft.com/office/drawing/2014/main" id="{96357DC6-A5B8-4872-B81C-889E4A3B44BA}"/>
              </a:ext>
            </a:extLst>
          </p:cNvPr>
          <p:cNvSpPr txBox="1"/>
          <p:nvPr/>
        </p:nvSpPr>
        <p:spPr>
          <a:xfrm>
            <a:off x="9040709" y="1964732"/>
            <a:ext cx="179387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r" rtl="1">
              <a:buNone/>
              <a:defRPr sz="1200">
                <a:solidFill>
                  <a:schemeClr val="bg1">
                    <a:alpha val="65000"/>
                  </a:schemeClr>
                </a:solidFill>
                <a:latin typeface="DiodrumArabic-Bold" panose="00000800000000000000" pitchFamily="2" charset="-78"/>
                <a:ea typeface="Tajawal" pitchFamily="34" charset="-122"/>
                <a:cs typeface="DiodrumArabic-Bold" panose="00000800000000000000" pitchFamily="2" charset="-78"/>
              </a:defRPr>
            </a:lvl1pPr>
          </a:lstStyle>
          <a:p>
            <a:r>
              <a:rPr lang="en-US" sz="1100" dirty="0" err="1"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مستفيد</a:t>
            </a:r>
            <a:r>
              <a:rPr lang="en-US" sz="1100" dirty="0"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 </a:t>
            </a:r>
            <a:r>
              <a:rPr lang="ar-SA" sz="1100" dirty="0"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حتى أغسطس 2026</a:t>
            </a:r>
            <a:endParaRPr lang="en-US" sz="1100" dirty="0"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91" name="Text 8">
            <a:extLst>
              <a:ext uri="{FF2B5EF4-FFF2-40B4-BE49-F238E27FC236}">
                <a16:creationId xmlns:a16="http://schemas.microsoft.com/office/drawing/2014/main" id="{BA9160DF-2A32-4CA5-98C5-332ED2AAB71E}"/>
              </a:ext>
            </a:extLst>
          </p:cNvPr>
          <p:cNvSpPr txBox="1"/>
          <p:nvPr/>
        </p:nvSpPr>
        <p:spPr>
          <a:xfrm>
            <a:off x="10310302" y="1760632"/>
            <a:ext cx="1374343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 rtl="1">
              <a:buNone/>
            </a:pPr>
            <a:r>
              <a:rPr lang="en-US" sz="3600" dirty="0">
                <a:solidFill>
                  <a:schemeClr val="accent2"/>
                </a:solidFill>
                <a:latin typeface="DiodrumArabic-Bold" panose="00000800000000000000" pitchFamily="2" charset="-78"/>
                <a:ea typeface="Tajawal" pitchFamily="34" charset="-122"/>
                <a:cs typeface="DiodrumArabic-Bold" panose="00000800000000000000" pitchFamily="2" charset="-78"/>
              </a:rPr>
              <a:t>1273</a:t>
            </a:r>
            <a:endParaRPr lang="en-US" sz="3600" dirty="0">
              <a:solidFill>
                <a:schemeClr val="accent2"/>
              </a:solidFill>
              <a:latin typeface="DiodrumArabic-Bold" panose="00000800000000000000" pitchFamily="2" charset="-78"/>
              <a:cs typeface="DiodrumArabic-Bold" panose="00000800000000000000" pitchFamily="2" charset="-78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E078A9E-4CE5-4193-A897-39F145C94209}"/>
              </a:ext>
            </a:extLst>
          </p:cNvPr>
          <p:cNvCxnSpPr>
            <a:cxnSpLocks/>
          </p:cNvCxnSpPr>
          <p:nvPr/>
        </p:nvCxnSpPr>
        <p:spPr>
          <a:xfrm flipV="1">
            <a:off x="8874175" y="1628268"/>
            <a:ext cx="0" cy="640080"/>
          </a:xfrm>
          <a:prstGeom prst="line">
            <a:avLst/>
          </a:prstGeom>
          <a:noFill/>
          <a:ln w="15875" cap="rnd" cmpd="sng" algn="ctr">
            <a:solidFill>
              <a:schemeClr val="bg1">
                <a:alpha val="50000"/>
              </a:schemeClr>
            </a:solidFill>
            <a:prstDash val="solid"/>
            <a:round/>
          </a:ln>
          <a:effectLst/>
        </p:spPr>
      </p:cxnSp>
      <p:sp>
        <p:nvSpPr>
          <p:cNvPr id="94" name="Text 9">
            <a:extLst>
              <a:ext uri="{FF2B5EF4-FFF2-40B4-BE49-F238E27FC236}">
                <a16:creationId xmlns:a16="http://schemas.microsoft.com/office/drawing/2014/main" id="{B9FC14F6-BEC1-40B0-B051-3CC4C9959751}"/>
              </a:ext>
            </a:extLst>
          </p:cNvPr>
          <p:cNvSpPr txBox="1"/>
          <p:nvPr/>
        </p:nvSpPr>
        <p:spPr>
          <a:xfrm>
            <a:off x="5390144" y="1575634"/>
            <a:ext cx="3238805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 rtl="1">
              <a:buNone/>
            </a:pPr>
            <a:r>
              <a:rPr lang="ar-SA" sz="1200" kern="0" dirty="0">
                <a:solidFill>
                  <a:schemeClr val="bg1"/>
                </a:solidFill>
                <a:latin typeface="☞DIODRUM ARABIC SEMIBOLD" pitchFamily="2" charset="-78"/>
                <a:ea typeface="Tajawal" pitchFamily="34" charset="-122"/>
                <a:cs typeface="☞DIODRUM ARABIC SEMIBOLD" pitchFamily="2" charset="-78"/>
              </a:rPr>
              <a:t>إجمالي البرامج وورش العمل </a:t>
            </a:r>
            <a:endParaRPr lang="en-US" sz="1200" dirty="0">
              <a:solidFill>
                <a:schemeClr val="bg1"/>
              </a:solidFill>
              <a:latin typeface="☞DIODRUM ARABIC SEMIBOLD" pitchFamily="2" charset="-78"/>
              <a:cs typeface="☞DIODRUM ARABIC SEMIBOLD" pitchFamily="2" charset="-78"/>
            </a:endParaRPr>
          </a:p>
        </p:txBody>
      </p:sp>
      <p:sp>
        <p:nvSpPr>
          <p:cNvPr id="96" name="Text 11">
            <a:extLst>
              <a:ext uri="{FF2B5EF4-FFF2-40B4-BE49-F238E27FC236}">
                <a16:creationId xmlns:a16="http://schemas.microsoft.com/office/drawing/2014/main" id="{5F3F62D7-8774-41EF-A50D-3547A8E29C1A}"/>
              </a:ext>
            </a:extLst>
          </p:cNvPr>
          <p:cNvSpPr txBox="1"/>
          <p:nvPr/>
        </p:nvSpPr>
        <p:spPr>
          <a:xfrm>
            <a:off x="7750602" y="1793681"/>
            <a:ext cx="833018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 rtl="1">
              <a:buNone/>
            </a:pPr>
            <a:r>
              <a:rPr lang="en-US" sz="4000" dirty="0">
                <a:solidFill>
                  <a:schemeClr val="accent5"/>
                </a:solidFill>
                <a:latin typeface="DiodrumArabic-Bold" panose="00000800000000000000" pitchFamily="2" charset="-78"/>
                <a:ea typeface="Tajawal" pitchFamily="34" charset="-122"/>
                <a:cs typeface="DiodrumArabic-Bold" panose="00000800000000000000" pitchFamily="2" charset="-78"/>
              </a:rPr>
              <a:t>54</a:t>
            </a:r>
            <a:endParaRPr lang="en-US" sz="4000" dirty="0">
              <a:solidFill>
                <a:schemeClr val="accent5"/>
              </a:solidFill>
              <a:latin typeface="DiodrumArabic-Bold" panose="00000800000000000000" pitchFamily="2" charset="-78"/>
              <a:cs typeface="DiodrumArabic-Bold" panose="00000800000000000000" pitchFamily="2" charset="-78"/>
            </a:endParaRP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40882AD-4A21-4BB4-B7BE-AEC48A197751}"/>
              </a:ext>
            </a:extLst>
          </p:cNvPr>
          <p:cNvGrpSpPr/>
          <p:nvPr/>
        </p:nvGrpSpPr>
        <p:grpSpPr>
          <a:xfrm>
            <a:off x="8267699" y="4678854"/>
            <a:ext cx="3416969" cy="1429176"/>
            <a:chOff x="8445526" y="3071670"/>
            <a:chExt cx="3383280" cy="3305393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CFE171BD-3034-4064-A0A3-38DEE229FE97}"/>
                </a:ext>
              </a:extLst>
            </p:cNvPr>
            <p:cNvSpPr/>
            <p:nvPr/>
          </p:nvSpPr>
          <p:spPr>
            <a:xfrm>
              <a:off x="8445526" y="3071670"/>
              <a:ext cx="3383280" cy="2468881"/>
            </a:xfrm>
            <a:prstGeom prst="roundRect">
              <a:avLst>
                <a:gd name="adj" fmla="val 3781"/>
              </a:avLst>
            </a:prstGeom>
            <a:solidFill>
              <a:schemeClr val="accent4"/>
            </a:solidFill>
            <a:ln w="1587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algn="justLow" rtl="1">
                <a:lnSpc>
                  <a:spcPct val="150000"/>
                </a:lnSpc>
              </a:pPr>
              <a:endParaRPr lang="ar-SA" sz="105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endParaRPr>
            </a:p>
          </p:txBody>
        </p:sp>
        <p:sp>
          <p:nvSpPr>
            <p:cNvPr id="117" name="Rectangle: Rounded Corners 116">
              <a:extLst>
                <a:ext uri="{FF2B5EF4-FFF2-40B4-BE49-F238E27FC236}">
                  <a16:creationId xmlns:a16="http://schemas.microsoft.com/office/drawing/2014/main" id="{889F7306-80E4-48A3-8D51-696338C1562C}"/>
                </a:ext>
              </a:extLst>
            </p:cNvPr>
            <p:cNvSpPr/>
            <p:nvPr/>
          </p:nvSpPr>
          <p:spPr>
            <a:xfrm>
              <a:off x="8445526" y="3118817"/>
              <a:ext cx="3383280" cy="3258246"/>
            </a:xfrm>
            <a:prstGeom prst="roundRect">
              <a:avLst>
                <a:gd name="adj" fmla="val 3781"/>
              </a:avLst>
            </a:prstGeom>
            <a:solidFill>
              <a:schemeClr val="bg1"/>
            </a:solidFill>
            <a:ln w="15875">
              <a:noFill/>
            </a:ln>
            <a:effectLst>
              <a:outerShdw blurRad="1905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algn="justLow" rtl="1">
                <a:lnSpc>
                  <a:spcPct val="150000"/>
                </a:lnSpc>
              </a:pPr>
              <a:endParaRPr lang="ar-SA" sz="105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endParaRPr>
            </a:p>
          </p:txBody>
        </p:sp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6007AB5C-4E78-46FF-876C-B0A2AC9ACEF8}"/>
              </a:ext>
            </a:extLst>
          </p:cNvPr>
          <p:cNvSpPr txBox="1"/>
          <p:nvPr/>
        </p:nvSpPr>
        <p:spPr>
          <a:xfrm>
            <a:off x="10479511" y="4933603"/>
            <a:ext cx="1167650" cy="948432"/>
          </a:xfrm>
          <a:prstGeom prst="roundRect">
            <a:avLst>
              <a:gd name="adj" fmla="val 7882"/>
            </a:avLst>
          </a:prstGeom>
          <a:noFill/>
          <a:ln w="12700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3200" dirty="0">
                <a:solidFill>
                  <a:srgbClr val="002060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142</a:t>
            </a:r>
            <a:br>
              <a:rPr lang="ar-SA" sz="20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</a:br>
            <a:r>
              <a:rPr lang="ar-SA" sz="100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مستفيد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F987E19-26E3-4CFA-B3F6-E3DB54E21F8E}"/>
              </a:ext>
            </a:extLst>
          </p:cNvPr>
          <p:cNvSpPr txBox="1"/>
          <p:nvPr/>
        </p:nvSpPr>
        <p:spPr>
          <a:xfrm>
            <a:off x="9528329" y="5021695"/>
            <a:ext cx="1097557" cy="782169"/>
          </a:xfrm>
          <a:prstGeom prst="roundRect">
            <a:avLst>
              <a:gd name="adj" fmla="val 6656"/>
            </a:avLst>
          </a:prstGeom>
          <a:noFill/>
          <a:ln w="15875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3600" dirty="0">
                <a:solidFill>
                  <a:schemeClr val="accent2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5</a:t>
            </a:r>
            <a:br>
              <a:rPr lang="ar-SA" sz="3200" dirty="0">
                <a:solidFill>
                  <a:schemeClr val="accent4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</a:br>
            <a:r>
              <a:rPr lang="ar-SA" sz="120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برامج وورش 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246785D6-7BEE-466F-B047-53B85FB6FBC4}"/>
              </a:ext>
            </a:extLst>
          </p:cNvPr>
          <p:cNvGrpSpPr/>
          <p:nvPr/>
        </p:nvGrpSpPr>
        <p:grpSpPr>
          <a:xfrm>
            <a:off x="8526702" y="5112455"/>
            <a:ext cx="955437" cy="706528"/>
            <a:chOff x="8239353" y="2813038"/>
            <a:chExt cx="1056003" cy="1247117"/>
          </a:xfrm>
        </p:grpSpPr>
        <p:sp>
          <p:nvSpPr>
            <p:cNvPr id="126" name="Text 6">
              <a:extLst>
                <a:ext uri="{FF2B5EF4-FFF2-40B4-BE49-F238E27FC236}">
                  <a16:creationId xmlns:a16="http://schemas.microsoft.com/office/drawing/2014/main" id="{20680B88-BDD7-405F-9C98-FE7B84CC646C}"/>
                </a:ext>
              </a:extLst>
            </p:cNvPr>
            <p:cNvSpPr/>
            <p:nvPr/>
          </p:nvSpPr>
          <p:spPr>
            <a:xfrm>
              <a:off x="8239353" y="2813038"/>
              <a:ext cx="1056003" cy="516572"/>
            </a:xfrm>
            <a:prstGeom prst="roundRect">
              <a:avLst/>
            </a:prstGeom>
            <a:noFill/>
            <a:ln w="15875">
              <a:solidFill>
                <a:schemeClr val="accent4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45720" tIns="0" rIns="45720" bIns="0" rtlCol="0" anchor="ctr"/>
            <a:lstStyle/>
            <a:p>
              <a:pPr algn="ctr" rtl="1"/>
              <a:r>
                <a:rPr lang="ar-SA" sz="1050" dirty="0">
                  <a:solidFill>
                    <a:schemeClr val="accent4"/>
                  </a:solidFill>
                  <a:latin typeface="DiodrumArabic-Bold" panose="00000800000000000000" pitchFamily="2" charset="-78"/>
                  <a:cs typeface="DiodrumArabic-Bold" panose="00000800000000000000" pitchFamily="2" charset="-78"/>
                </a:rPr>
                <a:t>2</a:t>
              </a:r>
              <a:r>
                <a:rPr lang="ar-SA" sz="1050" dirty="0">
                  <a:solidFill>
                    <a:schemeClr val="accent4"/>
                  </a:solidFill>
                  <a:latin typeface="DiodrumArabic-Semibold" panose="00000700000000000000" pitchFamily="2" charset="-78"/>
                  <a:ea typeface="+mn-ea"/>
                  <a:cs typeface="DiodrumArabic-Semibold" panose="00000700000000000000" pitchFamily="2" charset="-78"/>
                </a:rPr>
                <a:t> </a:t>
              </a:r>
              <a:r>
                <a:rPr lang="ar-SA" sz="900" dirty="0">
                  <a:solidFill>
                    <a:schemeClr val="accent4"/>
                  </a:solidFill>
                  <a:latin typeface="☞DIODRUM ARABIC MEDIUM" panose="00000600000000000000" pitchFamily="2" charset="-78"/>
                  <a:cs typeface="☞DIODRUM ARABIC MEDIUM" panose="00000600000000000000" pitchFamily="2" charset="-78"/>
                </a:rPr>
                <a:t>برنامج دولي</a:t>
              </a:r>
              <a:endParaRPr lang="ar-SA" sz="105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endParaRPr>
            </a:p>
          </p:txBody>
        </p:sp>
        <p:sp>
          <p:nvSpPr>
            <p:cNvPr id="127" name="Text 6">
              <a:extLst>
                <a:ext uri="{FF2B5EF4-FFF2-40B4-BE49-F238E27FC236}">
                  <a16:creationId xmlns:a16="http://schemas.microsoft.com/office/drawing/2014/main" id="{3E5AB687-83EF-4FAF-BFC0-7B2E36D7A435}"/>
                </a:ext>
              </a:extLst>
            </p:cNvPr>
            <p:cNvSpPr/>
            <p:nvPr/>
          </p:nvSpPr>
          <p:spPr>
            <a:xfrm>
              <a:off x="8239353" y="3543583"/>
              <a:ext cx="1056003" cy="516572"/>
            </a:xfrm>
            <a:prstGeom prst="roundRect">
              <a:avLst/>
            </a:prstGeom>
            <a:noFill/>
            <a:ln w="15875">
              <a:solidFill>
                <a:schemeClr val="accent4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45720" tIns="0" rIns="45720" bIns="0" rtlCol="0" anchor="ctr"/>
            <a:lstStyle/>
            <a:p>
              <a:pPr algn="ctr" rtl="1"/>
              <a:r>
                <a:rPr lang="ar-SA" sz="1050" dirty="0">
                  <a:solidFill>
                    <a:schemeClr val="accent4"/>
                  </a:solidFill>
                  <a:latin typeface="DiodrumArabic-Bold" panose="00000800000000000000" pitchFamily="2" charset="-78"/>
                  <a:cs typeface="DiodrumArabic-Bold" panose="00000800000000000000" pitchFamily="2" charset="-78"/>
                </a:rPr>
                <a:t>3 </a:t>
              </a:r>
              <a:r>
                <a:rPr lang="ar-SA" sz="1050" dirty="0">
                  <a:solidFill>
                    <a:schemeClr val="accent4"/>
                  </a:solidFill>
                  <a:latin typeface="DiodrumArabic-Semibold" panose="00000700000000000000" pitchFamily="2" charset="-78"/>
                  <a:ea typeface="+mn-ea"/>
                  <a:cs typeface="DiodrumArabic-Semibold" panose="00000700000000000000" pitchFamily="2" charset="-78"/>
                </a:rPr>
                <a:t> </a:t>
              </a:r>
              <a:r>
                <a:rPr lang="ar-SA" sz="900" dirty="0">
                  <a:solidFill>
                    <a:schemeClr val="accent4"/>
                  </a:solidFill>
                  <a:latin typeface="☞DIODRUM ARABIC MEDIUM" panose="00000600000000000000" pitchFamily="2" charset="-78"/>
                  <a:ea typeface="+mn-ea"/>
                  <a:cs typeface="☞DIODRUM ARABIC MEDIUM" panose="00000600000000000000" pitchFamily="2" charset="-78"/>
                </a:rPr>
                <a:t>ورش عمل </a:t>
              </a:r>
              <a:endParaRPr lang="ar-SA" sz="105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endParaRPr>
            </a:p>
          </p:txBody>
        </p:sp>
      </p:grp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79303B75-701B-4564-842A-D30F56543B68}"/>
              </a:ext>
            </a:extLst>
          </p:cNvPr>
          <p:cNvCxnSpPr>
            <a:cxnSpLocks/>
          </p:cNvCxnSpPr>
          <p:nvPr/>
        </p:nvCxnSpPr>
        <p:spPr>
          <a:xfrm flipV="1">
            <a:off x="10633831" y="5112456"/>
            <a:ext cx="0" cy="706527"/>
          </a:xfrm>
          <a:prstGeom prst="line">
            <a:avLst/>
          </a:prstGeom>
          <a:ln w="15875" cap="flat" cmpd="sng" algn="ctr">
            <a:solidFill>
              <a:schemeClr val="accent4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568F36AA-BCC8-45B9-AF6F-9589987B97E4}"/>
              </a:ext>
            </a:extLst>
          </p:cNvPr>
          <p:cNvSpPr txBox="1"/>
          <p:nvPr/>
        </p:nvSpPr>
        <p:spPr>
          <a:xfrm>
            <a:off x="5970170" y="1010551"/>
            <a:ext cx="5711122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algn="r" rtl="1"/>
            <a:r>
              <a:rPr lang="ar-SA" sz="16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  <a:t>ملخص منجز برنامج قدراتك – حتى أغسطس 2026 : 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C1CF0FD-2E01-4D38-83BF-BE3664C852B9}"/>
              </a:ext>
            </a:extLst>
          </p:cNvPr>
          <p:cNvCxnSpPr>
            <a:cxnSpLocks/>
          </p:cNvCxnSpPr>
          <p:nvPr/>
        </p:nvCxnSpPr>
        <p:spPr>
          <a:xfrm>
            <a:off x="420736" y="4597177"/>
            <a:ext cx="11348354" cy="0"/>
          </a:xfrm>
          <a:prstGeom prst="line">
            <a:avLst/>
          </a:prstGeom>
          <a:ln w="19050">
            <a:solidFill>
              <a:schemeClr val="accent4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9B0B2F4-9466-4CB3-ADF5-D5FC85CF738D}"/>
              </a:ext>
            </a:extLst>
          </p:cNvPr>
          <p:cNvSpPr txBox="1"/>
          <p:nvPr/>
        </p:nvSpPr>
        <p:spPr>
          <a:xfrm>
            <a:off x="9146836" y="4434520"/>
            <a:ext cx="1441588" cy="32531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alpha val="10000"/>
              </a:schemeClr>
            </a:solidFill>
          </a:ln>
        </p:spPr>
        <p:txBody>
          <a:bodyPr wrap="square" lIns="0" rIns="0" bIns="91440" anchor="ctr">
            <a:noAutofit/>
          </a:bodyPr>
          <a:lstStyle/>
          <a:p>
            <a:pPr algn="ctr" rtl="1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20000"/>
            </a:pPr>
            <a:r>
              <a:rPr lang="ar-SA" sz="1200" dirty="0">
                <a:solidFill>
                  <a:schemeClr val="accent4">
                    <a:alpha val="50000"/>
                  </a:schemeClr>
                </a:solidFill>
                <a:latin typeface="SST Arabic" panose="020B0504030504020204" pitchFamily="34" charset="-78"/>
                <a:cs typeface="+mn-cs"/>
              </a:rPr>
              <a:t>يونيو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FA9B8E-16CE-42BB-9D80-98ABA66C1D09}"/>
              </a:ext>
            </a:extLst>
          </p:cNvPr>
          <p:cNvSpPr txBox="1"/>
          <p:nvPr/>
        </p:nvSpPr>
        <p:spPr>
          <a:xfrm>
            <a:off x="6146932" y="5007544"/>
            <a:ext cx="167479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dirty="0"/>
              <a:t>في المركز 3 ورش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D6ADD8-C438-4985-B46E-4712AC12B19B}"/>
              </a:ext>
            </a:extLst>
          </p:cNvPr>
          <p:cNvSpPr txBox="1"/>
          <p:nvPr/>
        </p:nvSpPr>
        <p:spPr>
          <a:xfrm>
            <a:off x="-2593607" y="0"/>
            <a:ext cx="1578543" cy="2965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dirty="0"/>
              <a:t>اجمالي الاون لاين لسنة 2026 ( 797) 7 ورش وبرنامج </a:t>
            </a:r>
            <a:br>
              <a:rPr lang="ar-SA" dirty="0"/>
            </a:br>
            <a:r>
              <a:rPr lang="ar-SA" dirty="0"/>
              <a:t>الثلاث شهور ( 257) جون ( 0 ) يولويو ( 59 ) ورشة / اغسطس ( 198 ) ورشتين </a:t>
            </a:r>
            <a:endParaRPr lang="en-US" dirty="0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00DBD63-F0DB-4547-AA60-9DFB045A903C}"/>
              </a:ext>
            </a:extLst>
          </p:cNvPr>
          <p:cNvGrpSpPr/>
          <p:nvPr/>
        </p:nvGrpSpPr>
        <p:grpSpPr>
          <a:xfrm>
            <a:off x="4786560" y="4666118"/>
            <a:ext cx="3112168" cy="1404482"/>
            <a:chOff x="8445526" y="3071670"/>
            <a:chExt cx="3383280" cy="3305393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B0796056-8051-44B2-B322-017FFF3274BC}"/>
                </a:ext>
              </a:extLst>
            </p:cNvPr>
            <p:cNvSpPr/>
            <p:nvPr/>
          </p:nvSpPr>
          <p:spPr>
            <a:xfrm>
              <a:off x="8445526" y="3071670"/>
              <a:ext cx="3383280" cy="2468881"/>
            </a:xfrm>
            <a:prstGeom prst="roundRect">
              <a:avLst>
                <a:gd name="adj" fmla="val 3781"/>
              </a:avLst>
            </a:prstGeom>
            <a:solidFill>
              <a:schemeClr val="accent4"/>
            </a:solidFill>
            <a:ln w="1587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algn="justLow" rtl="1">
                <a:lnSpc>
                  <a:spcPct val="150000"/>
                </a:lnSpc>
              </a:pPr>
              <a:endParaRPr lang="ar-SA" sz="105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endParaRPr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C24C7C7B-680D-4BC4-BE76-3410FB008927}"/>
                </a:ext>
              </a:extLst>
            </p:cNvPr>
            <p:cNvSpPr/>
            <p:nvPr/>
          </p:nvSpPr>
          <p:spPr>
            <a:xfrm>
              <a:off x="8445526" y="3118817"/>
              <a:ext cx="3383280" cy="3258246"/>
            </a:xfrm>
            <a:prstGeom prst="roundRect">
              <a:avLst>
                <a:gd name="adj" fmla="val 3781"/>
              </a:avLst>
            </a:prstGeom>
            <a:solidFill>
              <a:schemeClr val="bg1"/>
            </a:solidFill>
            <a:ln w="15875">
              <a:noFill/>
            </a:ln>
            <a:effectLst>
              <a:outerShdw blurRad="1905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algn="justLow" rtl="1">
                <a:lnSpc>
                  <a:spcPct val="150000"/>
                </a:lnSpc>
              </a:pPr>
              <a:endParaRPr lang="ar-SA" sz="105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EAE06027-2BC1-44CA-833F-FA2430FD24A0}"/>
              </a:ext>
            </a:extLst>
          </p:cNvPr>
          <p:cNvSpPr txBox="1"/>
          <p:nvPr/>
        </p:nvSpPr>
        <p:spPr>
          <a:xfrm>
            <a:off x="6686494" y="4952949"/>
            <a:ext cx="1167650" cy="948432"/>
          </a:xfrm>
          <a:prstGeom prst="roundRect">
            <a:avLst>
              <a:gd name="adj" fmla="val 7882"/>
            </a:avLst>
          </a:prstGeom>
          <a:noFill/>
          <a:ln w="12700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3200" dirty="0">
                <a:solidFill>
                  <a:srgbClr val="002060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190</a:t>
            </a:r>
            <a:br>
              <a:rPr lang="ar-SA" sz="20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</a:br>
            <a:r>
              <a:rPr lang="ar-SA" sz="100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مستفيد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4AB9714-F3A9-486F-865B-7AC681BAFB3F}"/>
              </a:ext>
            </a:extLst>
          </p:cNvPr>
          <p:cNvSpPr txBox="1"/>
          <p:nvPr/>
        </p:nvSpPr>
        <p:spPr>
          <a:xfrm>
            <a:off x="5893466" y="5041041"/>
            <a:ext cx="1047125" cy="782169"/>
          </a:xfrm>
          <a:prstGeom prst="roundRect">
            <a:avLst>
              <a:gd name="adj" fmla="val 6656"/>
            </a:avLst>
          </a:prstGeom>
          <a:noFill/>
          <a:ln w="15875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3600" dirty="0">
                <a:solidFill>
                  <a:schemeClr val="accent2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7</a:t>
            </a:r>
            <a:br>
              <a:rPr lang="ar-SA" sz="3200" dirty="0">
                <a:solidFill>
                  <a:schemeClr val="accent4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</a:br>
            <a:r>
              <a:rPr lang="ar-SA" sz="120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برامج وورش 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4427C17-ADFF-4370-8AB3-46D8D75811F2}"/>
              </a:ext>
            </a:extLst>
          </p:cNvPr>
          <p:cNvGrpSpPr/>
          <p:nvPr/>
        </p:nvGrpSpPr>
        <p:grpSpPr>
          <a:xfrm>
            <a:off x="4926191" y="5131801"/>
            <a:ext cx="955438" cy="706528"/>
            <a:chOff x="8239352" y="2813038"/>
            <a:chExt cx="1056004" cy="1247117"/>
          </a:xfrm>
        </p:grpSpPr>
        <p:sp>
          <p:nvSpPr>
            <p:cNvPr id="80" name="Text 6">
              <a:extLst>
                <a:ext uri="{FF2B5EF4-FFF2-40B4-BE49-F238E27FC236}">
                  <a16:creationId xmlns:a16="http://schemas.microsoft.com/office/drawing/2014/main" id="{D1319152-55FA-4414-809A-7B6403A84B6B}"/>
                </a:ext>
              </a:extLst>
            </p:cNvPr>
            <p:cNvSpPr/>
            <p:nvPr/>
          </p:nvSpPr>
          <p:spPr>
            <a:xfrm>
              <a:off x="8239352" y="2813038"/>
              <a:ext cx="1056001" cy="516572"/>
            </a:xfrm>
            <a:prstGeom prst="roundRect">
              <a:avLst/>
            </a:prstGeom>
            <a:noFill/>
            <a:ln w="15875">
              <a:solidFill>
                <a:schemeClr val="accent4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45720" tIns="0" rIns="45720" bIns="0" rtlCol="0" anchor="ctr"/>
            <a:lstStyle/>
            <a:p>
              <a:pPr algn="ctr" rtl="1"/>
              <a:r>
                <a:rPr lang="ar-SA" sz="1050" dirty="0">
                  <a:solidFill>
                    <a:schemeClr val="accent4"/>
                  </a:solidFill>
                  <a:latin typeface="DiodrumArabic-Bold" panose="00000800000000000000" pitchFamily="2" charset="-78"/>
                  <a:cs typeface="DiodrumArabic-Bold" panose="00000800000000000000" pitchFamily="2" charset="-78"/>
                </a:rPr>
                <a:t>2</a:t>
              </a:r>
              <a:r>
                <a:rPr lang="ar-SA" sz="1050" dirty="0">
                  <a:solidFill>
                    <a:schemeClr val="accent4"/>
                  </a:solidFill>
                  <a:latin typeface="DiodrumArabic-Semibold" panose="00000700000000000000" pitchFamily="2" charset="-78"/>
                  <a:ea typeface="+mn-ea"/>
                  <a:cs typeface="DiodrumArabic-Semibold" panose="00000700000000000000" pitchFamily="2" charset="-78"/>
                </a:rPr>
                <a:t> </a:t>
              </a:r>
              <a:r>
                <a:rPr lang="ar-SA" sz="900" dirty="0">
                  <a:solidFill>
                    <a:schemeClr val="accent4"/>
                  </a:solidFill>
                  <a:latin typeface="☞DIODRUM ARABIC MEDIUM" panose="00000600000000000000" pitchFamily="2" charset="-78"/>
                  <a:cs typeface="☞DIODRUM ARABIC MEDIUM" panose="00000600000000000000" pitchFamily="2" charset="-78"/>
                </a:rPr>
                <a:t>برنامج محلي</a:t>
              </a:r>
              <a:endParaRPr lang="ar-SA" sz="105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endParaRPr>
            </a:p>
          </p:txBody>
        </p:sp>
        <p:sp>
          <p:nvSpPr>
            <p:cNvPr id="81" name="Text 6">
              <a:extLst>
                <a:ext uri="{FF2B5EF4-FFF2-40B4-BE49-F238E27FC236}">
                  <a16:creationId xmlns:a16="http://schemas.microsoft.com/office/drawing/2014/main" id="{8DEA86F2-7916-4EF5-8306-70CB327458FD}"/>
                </a:ext>
              </a:extLst>
            </p:cNvPr>
            <p:cNvSpPr/>
            <p:nvPr/>
          </p:nvSpPr>
          <p:spPr>
            <a:xfrm>
              <a:off x="8239353" y="3543583"/>
              <a:ext cx="1056003" cy="516572"/>
            </a:xfrm>
            <a:prstGeom prst="roundRect">
              <a:avLst/>
            </a:prstGeom>
            <a:noFill/>
            <a:ln w="15875">
              <a:solidFill>
                <a:schemeClr val="accent4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45720" tIns="0" rIns="45720" bIns="0" rtlCol="0" anchor="ctr"/>
            <a:lstStyle/>
            <a:p>
              <a:pPr algn="ctr" rtl="1"/>
              <a:r>
                <a:rPr lang="ar-SA" sz="1050" dirty="0">
                  <a:solidFill>
                    <a:schemeClr val="accent4"/>
                  </a:solidFill>
                  <a:latin typeface="DiodrumArabic-Bold" panose="00000800000000000000" pitchFamily="2" charset="-78"/>
                  <a:cs typeface="DiodrumArabic-Bold" panose="00000800000000000000" pitchFamily="2" charset="-78"/>
                </a:rPr>
                <a:t>5</a:t>
              </a:r>
              <a:r>
                <a:rPr lang="ar-SA" sz="1050" dirty="0">
                  <a:solidFill>
                    <a:schemeClr val="accent4"/>
                  </a:solidFill>
                  <a:latin typeface="DiodrumArabic-Semibold" panose="00000700000000000000" pitchFamily="2" charset="-78"/>
                  <a:ea typeface="+mn-ea"/>
                  <a:cs typeface="DiodrumArabic-Semibold" panose="00000700000000000000" pitchFamily="2" charset="-78"/>
                </a:rPr>
                <a:t> </a:t>
              </a:r>
              <a:r>
                <a:rPr lang="ar-SA" sz="900" dirty="0">
                  <a:solidFill>
                    <a:schemeClr val="accent4"/>
                  </a:solidFill>
                  <a:latin typeface="☞DIODRUM ARABIC MEDIUM" panose="00000600000000000000" pitchFamily="2" charset="-78"/>
                  <a:ea typeface="+mn-ea"/>
                  <a:cs typeface="☞DIODRUM ARABIC MEDIUM" panose="00000600000000000000" pitchFamily="2" charset="-78"/>
                </a:rPr>
                <a:t>ورش عمل</a:t>
              </a:r>
              <a:endParaRPr lang="ar-SA" sz="105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endParaRPr>
            </a:p>
          </p:txBody>
        </p:sp>
      </p:grp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3831EEB-7B07-4681-BB8E-FD0D8ED54BFD}"/>
              </a:ext>
            </a:extLst>
          </p:cNvPr>
          <p:cNvCxnSpPr>
            <a:cxnSpLocks/>
          </p:cNvCxnSpPr>
          <p:nvPr/>
        </p:nvCxnSpPr>
        <p:spPr>
          <a:xfrm flipV="1">
            <a:off x="6872895" y="5131802"/>
            <a:ext cx="0" cy="706527"/>
          </a:xfrm>
          <a:prstGeom prst="line">
            <a:avLst/>
          </a:prstGeom>
          <a:ln w="15875" cap="flat" cmpd="sng" algn="ctr">
            <a:solidFill>
              <a:schemeClr val="accent4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0959569C-5310-460E-A472-F47D9E375237}"/>
              </a:ext>
            </a:extLst>
          </p:cNvPr>
          <p:cNvSpPr txBox="1"/>
          <p:nvPr/>
        </p:nvSpPr>
        <p:spPr>
          <a:xfrm>
            <a:off x="2413444" y="4959418"/>
            <a:ext cx="167479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dirty="0"/>
              <a:t>في المركز 3 ورش </a:t>
            </a:r>
            <a:endParaRPr lang="en-US" dirty="0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C9E6477-7945-48C9-BD3A-7AC9C59EFBD9}"/>
              </a:ext>
            </a:extLst>
          </p:cNvPr>
          <p:cNvGrpSpPr/>
          <p:nvPr/>
        </p:nvGrpSpPr>
        <p:grpSpPr>
          <a:xfrm>
            <a:off x="841533" y="4611976"/>
            <a:ext cx="3326455" cy="1534824"/>
            <a:chOff x="8445526" y="3071670"/>
            <a:chExt cx="3383280" cy="3305393"/>
          </a:xfrm>
        </p:grpSpPr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6CEA4D4B-0566-444F-AAEA-FE5D0A2C8695}"/>
                </a:ext>
              </a:extLst>
            </p:cNvPr>
            <p:cNvSpPr/>
            <p:nvPr/>
          </p:nvSpPr>
          <p:spPr>
            <a:xfrm>
              <a:off x="8445526" y="3071670"/>
              <a:ext cx="3383280" cy="2468881"/>
            </a:xfrm>
            <a:prstGeom prst="roundRect">
              <a:avLst>
                <a:gd name="adj" fmla="val 3781"/>
              </a:avLst>
            </a:prstGeom>
            <a:solidFill>
              <a:schemeClr val="accent4"/>
            </a:solidFill>
            <a:ln w="1587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algn="justLow" rtl="1">
                <a:lnSpc>
                  <a:spcPct val="150000"/>
                </a:lnSpc>
              </a:pPr>
              <a:endParaRPr lang="ar-SA" sz="105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endParaRPr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15F66ABF-1427-416E-A3DF-E8062C4B9559}"/>
                </a:ext>
              </a:extLst>
            </p:cNvPr>
            <p:cNvSpPr/>
            <p:nvPr/>
          </p:nvSpPr>
          <p:spPr>
            <a:xfrm>
              <a:off x="8445526" y="3118817"/>
              <a:ext cx="3383280" cy="3258246"/>
            </a:xfrm>
            <a:prstGeom prst="roundRect">
              <a:avLst>
                <a:gd name="adj" fmla="val 3781"/>
              </a:avLst>
            </a:prstGeom>
            <a:solidFill>
              <a:schemeClr val="bg1"/>
            </a:solidFill>
            <a:ln w="15875">
              <a:noFill/>
            </a:ln>
            <a:effectLst>
              <a:outerShdw blurRad="1905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algn="justLow" rtl="1">
                <a:lnSpc>
                  <a:spcPct val="150000"/>
                </a:lnSpc>
              </a:pPr>
              <a:endParaRPr lang="ar-SA" sz="105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endParaRPr>
            </a:p>
          </p:txBody>
        </p: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B5BD6FB0-E623-44FD-8FC3-AF11EBC68CF3}"/>
              </a:ext>
            </a:extLst>
          </p:cNvPr>
          <p:cNvSpPr txBox="1"/>
          <p:nvPr/>
        </p:nvSpPr>
        <p:spPr>
          <a:xfrm>
            <a:off x="3081342" y="4985035"/>
            <a:ext cx="1167650" cy="948432"/>
          </a:xfrm>
          <a:prstGeom prst="roundRect">
            <a:avLst>
              <a:gd name="adj" fmla="val 7882"/>
            </a:avLst>
          </a:prstGeom>
          <a:noFill/>
          <a:ln w="12700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3200" dirty="0">
                <a:solidFill>
                  <a:srgbClr val="002060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175</a:t>
            </a:r>
            <a:br>
              <a:rPr lang="ar-SA" sz="32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</a:br>
            <a:r>
              <a:rPr lang="ar-SA" sz="120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مستفيد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9732FF5-4218-4083-AA9D-DDC65954FFD7}"/>
              </a:ext>
            </a:extLst>
          </p:cNvPr>
          <p:cNvSpPr txBox="1"/>
          <p:nvPr/>
        </p:nvSpPr>
        <p:spPr>
          <a:xfrm>
            <a:off x="1761198" y="5073127"/>
            <a:ext cx="1750703" cy="782169"/>
          </a:xfrm>
          <a:prstGeom prst="roundRect">
            <a:avLst>
              <a:gd name="adj" fmla="val 6656"/>
            </a:avLst>
          </a:prstGeom>
          <a:noFill/>
          <a:ln w="15875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3600" dirty="0">
                <a:solidFill>
                  <a:schemeClr val="accent2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7</a:t>
            </a:r>
            <a:br>
              <a:rPr lang="ar-SA" sz="3200" dirty="0">
                <a:solidFill>
                  <a:schemeClr val="accent4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</a:br>
            <a:r>
              <a:rPr lang="ar-SA" sz="120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برامج وورش 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62757E4-E64A-49C1-BDD1-0BEE3E4B7900}"/>
              </a:ext>
            </a:extLst>
          </p:cNvPr>
          <p:cNvGrpSpPr/>
          <p:nvPr/>
        </p:nvGrpSpPr>
        <p:grpSpPr>
          <a:xfrm>
            <a:off x="1144579" y="5163887"/>
            <a:ext cx="955437" cy="706528"/>
            <a:chOff x="8239353" y="2813038"/>
            <a:chExt cx="1056003" cy="1247117"/>
          </a:xfrm>
        </p:grpSpPr>
        <p:sp>
          <p:nvSpPr>
            <p:cNvPr id="106" name="Text 6">
              <a:extLst>
                <a:ext uri="{FF2B5EF4-FFF2-40B4-BE49-F238E27FC236}">
                  <a16:creationId xmlns:a16="http://schemas.microsoft.com/office/drawing/2014/main" id="{88BFD544-9F20-4D5B-BC6F-C417A7DD4AFB}"/>
                </a:ext>
              </a:extLst>
            </p:cNvPr>
            <p:cNvSpPr/>
            <p:nvPr/>
          </p:nvSpPr>
          <p:spPr>
            <a:xfrm>
              <a:off x="8239353" y="2813038"/>
              <a:ext cx="1056003" cy="516572"/>
            </a:xfrm>
            <a:prstGeom prst="roundRect">
              <a:avLst/>
            </a:prstGeom>
            <a:noFill/>
            <a:ln w="15875">
              <a:solidFill>
                <a:schemeClr val="accent4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45720" tIns="0" rIns="45720" bIns="0" rtlCol="0" anchor="ctr"/>
            <a:lstStyle/>
            <a:p>
              <a:pPr algn="ctr" rtl="1"/>
              <a:r>
                <a:rPr lang="ar-SA" sz="1050" dirty="0">
                  <a:solidFill>
                    <a:schemeClr val="accent4"/>
                  </a:solidFill>
                  <a:latin typeface="DiodrumArabic-Bold" panose="00000800000000000000" pitchFamily="2" charset="-78"/>
                  <a:cs typeface="DiodrumArabic-Bold" panose="00000800000000000000" pitchFamily="2" charset="-78"/>
                </a:rPr>
                <a:t>2</a:t>
              </a:r>
              <a:r>
                <a:rPr lang="ar-SA" sz="1050" dirty="0">
                  <a:solidFill>
                    <a:schemeClr val="accent4"/>
                  </a:solidFill>
                  <a:latin typeface="DiodrumArabic-Semibold" panose="00000700000000000000" pitchFamily="2" charset="-78"/>
                  <a:ea typeface="+mn-ea"/>
                  <a:cs typeface="DiodrumArabic-Semibold" panose="00000700000000000000" pitchFamily="2" charset="-78"/>
                </a:rPr>
                <a:t> </a:t>
              </a:r>
              <a:r>
                <a:rPr lang="ar-SA" sz="900" dirty="0">
                  <a:solidFill>
                    <a:schemeClr val="accent4"/>
                  </a:solidFill>
                  <a:latin typeface="☞DIODRUM ARABIC MEDIUM" panose="00000600000000000000" pitchFamily="2" charset="-78"/>
                  <a:cs typeface="☞DIODRUM ARABIC MEDIUM" panose="00000600000000000000" pitchFamily="2" charset="-78"/>
                </a:rPr>
                <a:t>برنامج محلي</a:t>
              </a:r>
              <a:endParaRPr lang="ar-SA" sz="105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endParaRPr>
            </a:p>
          </p:txBody>
        </p:sp>
        <p:sp>
          <p:nvSpPr>
            <p:cNvPr id="145" name="Text 6">
              <a:extLst>
                <a:ext uri="{FF2B5EF4-FFF2-40B4-BE49-F238E27FC236}">
                  <a16:creationId xmlns:a16="http://schemas.microsoft.com/office/drawing/2014/main" id="{BDB72EB5-B09D-4B8B-ABF6-4EBC842877A5}"/>
                </a:ext>
              </a:extLst>
            </p:cNvPr>
            <p:cNvSpPr/>
            <p:nvPr/>
          </p:nvSpPr>
          <p:spPr>
            <a:xfrm>
              <a:off x="8239353" y="3543583"/>
              <a:ext cx="1056003" cy="516572"/>
            </a:xfrm>
            <a:prstGeom prst="roundRect">
              <a:avLst/>
            </a:prstGeom>
            <a:noFill/>
            <a:ln w="15875">
              <a:solidFill>
                <a:schemeClr val="accent4"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45720" tIns="0" rIns="45720" bIns="0" rtlCol="0" anchor="ctr"/>
            <a:lstStyle/>
            <a:p>
              <a:pPr algn="ctr" rtl="1"/>
              <a:r>
                <a:rPr lang="ar-SA" sz="1050" dirty="0">
                  <a:solidFill>
                    <a:schemeClr val="accent4"/>
                  </a:solidFill>
                  <a:latin typeface="DiodrumArabic-Bold" panose="00000800000000000000" pitchFamily="2" charset="-78"/>
                  <a:cs typeface="DiodrumArabic-Bold" panose="00000800000000000000" pitchFamily="2" charset="-78"/>
                </a:rPr>
                <a:t>5</a:t>
              </a:r>
              <a:r>
                <a:rPr lang="ar-SA" sz="1050" dirty="0">
                  <a:solidFill>
                    <a:schemeClr val="accent4"/>
                  </a:solidFill>
                  <a:latin typeface="DiodrumArabic-Semibold" panose="00000700000000000000" pitchFamily="2" charset="-78"/>
                  <a:ea typeface="+mn-ea"/>
                  <a:cs typeface="DiodrumArabic-Semibold" panose="00000700000000000000" pitchFamily="2" charset="-78"/>
                </a:rPr>
                <a:t> </a:t>
              </a:r>
              <a:r>
                <a:rPr lang="ar-SA" sz="900" dirty="0">
                  <a:solidFill>
                    <a:schemeClr val="accent4"/>
                  </a:solidFill>
                  <a:latin typeface="☞DIODRUM ARABIC MEDIUM" panose="00000600000000000000" pitchFamily="2" charset="-78"/>
                  <a:ea typeface="+mn-ea"/>
                  <a:cs typeface="☞DIODRUM ARABIC MEDIUM" panose="00000600000000000000" pitchFamily="2" charset="-78"/>
                </a:rPr>
                <a:t>ورش عمل </a:t>
              </a:r>
              <a:endParaRPr lang="ar-SA" sz="1050" dirty="0">
                <a:solidFill>
                  <a:schemeClr val="accent4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endParaRPr>
            </a:p>
          </p:txBody>
        </p:sp>
      </p:grp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269E5BFD-DA80-4770-815A-E6C9175F95CB}"/>
              </a:ext>
            </a:extLst>
          </p:cNvPr>
          <p:cNvCxnSpPr>
            <a:cxnSpLocks/>
          </p:cNvCxnSpPr>
          <p:nvPr/>
        </p:nvCxnSpPr>
        <p:spPr>
          <a:xfrm flipV="1">
            <a:off x="3171493" y="5163888"/>
            <a:ext cx="0" cy="706527"/>
          </a:xfrm>
          <a:prstGeom prst="line">
            <a:avLst/>
          </a:prstGeom>
          <a:ln w="15875" cap="flat" cmpd="sng" algn="ctr">
            <a:solidFill>
              <a:schemeClr val="accent4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C48EE8BD-9282-4173-8C77-EC6806FDC1DD}"/>
              </a:ext>
            </a:extLst>
          </p:cNvPr>
          <p:cNvCxnSpPr>
            <a:cxnSpLocks/>
          </p:cNvCxnSpPr>
          <p:nvPr/>
        </p:nvCxnSpPr>
        <p:spPr>
          <a:xfrm flipV="1">
            <a:off x="4511011" y="4600071"/>
            <a:ext cx="0" cy="1909011"/>
          </a:xfrm>
          <a:prstGeom prst="line">
            <a:avLst/>
          </a:prstGeom>
          <a:ln w="15875" cap="flat" cmpd="sng" algn="ctr">
            <a:solidFill>
              <a:schemeClr val="accent4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E24F6CDE-620E-4260-A09F-65F2FD54DE97}"/>
              </a:ext>
            </a:extLst>
          </p:cNvPr>
          <p:cNvCxnSpPr>
            <a:cxnSpLocks/>
          </p:cNvCxnSpPr>
          <p:nvPr/>
        </p:nvCxnSpPr>
        <p:spPr>
          <a:xfrm flipV="1">
            <a:off x="8128506" y="4704345"/>
            <a:ext cx="0" cy="1708484"/>
          </a:xfrm>
          <a:prstGeom prst="line">
            <a:avLst/>
          </a:prstGeom>
          <a:ln w="15875" cap="flat" cmpd="sng" algn="ctr">
            <a:solidFill>
              <a:schemeClr val="accent4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3C89AF59-5C97-4E1B-9B97-5C54480AC8F4}"/>
              </a:ext>
            </a:extLst>
          </p:cNvPr>
          <p:cNvSpPr/>
          <p:nvPr/>
        </p:nvSpPr>
        <p:spPr>
          <a:xfrm>
            <a:off x="3101304" y="3098789"/>
            <a:ext cx="6941987" cy="6985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tIns="0" rIns="640080" bIns="45720" anchor="ctr">
            <a:noAutofit/>
          </a:bodyPr>
          <a:lstStyle/>
          <a:p>
            <a:pPr algn="r" rtl="1">
              <a:lnSpc>
                <a:spcPct val="120000"/>
              </a:lnSpc>
            </a:pPr>
            <a:endParaRPr lang="ar-SA" sz="900">
              <a:solidFill>
                <a:schemeClr val="accent4"/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05EE982A-BCE1-4380-9107-021CFDA6FB57}"/>
              </a:ext>
            </a:extLst>
          </p:cNvPr>
          <p:cNvCxnSpPr>
            <a:cxnSpLocks/>
          </p:cNvCxnSpPr>
          <p:nvPr/>
        </p:nvCxnSpPr>
        <p:spPr>
          <a:xfrm flipV="1">
            <a:off x="6212912" y="3220313"/>
            <a:ext cx="0" cy="437276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7C557D88-0FB2-461A-896F-6BB23081EE69}"/>
              </a:ext>
            </a:extLst>
          </p:cNvPr>
          <p:cNvSpPr txBox="1"/>
          <p:nvPr/>
        </p:nvSpPr>
        <p:spPr>
          <a:xfrm>
            <a:off x="3903157" y="2867909"/>
            <a:ext cx="1503884" cy="109728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28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13</a:t>
            </a:r>
            <a:r>
              <a:rPr lang="en-US" sz="24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 </a:t>
            </a:r>
            <a:r>
              <a:rPr lang="ar-SA" sz="1050" dirty="0">
                <a:solidFill>
                  <a:schemeClr val="accent2">
                    <a:lumMod val="75000"/>
                  </a:schemeClr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ورشة عمل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B5C24EA-E343-44B8-B958-2BD2DC4176C1}"/>
              </a:ext>
            </a:extLst>
          </p:cNvPr>
          <p:cNvSpPr txBox="1"/>
          <p:nvPr/>
        </p:nvSpPr>
        <p:spPr>
          <a:xfrm>
            <a:off x="7592830" y="2867909"/>
            <a:ext cx="1497913" cy="109728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tIns="0" rIns="91440" bIns="45720" anchor="ctr">
            <a:noAutofit/>
          </a:bodyPr>
          <a:lstStyle/>
          <a:p>
            <a:pPr algn="ctr" rtl="1">
              <a:lnSpc>
                <a:spcPct val="120000"/>
              </a:lnSpc>
            </a:pPr>
            <a:r>
              <a:rPr lang="ar-SA" sz="28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6</a:t>
            </a:r>
            <a:r>
              <a:rPr lang="en-US" sz="2400" dirty="0"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 </a:t>
            </a:r>
            <a:r>
              <a:rPr lang="ar-SA" sz="1050" dirty="0">
                <a:solidFill>
                  <a:schemeClr val="accent2">
                    <a:lumMod val="75000"/>
                  </a:schemeClr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برامج تدريبية</a:t>
            </a:r>
          </a:p>
        </p:txBody>
      </p:sp>
      <p:sp>
        <p:nvSpPr>
          <p:cNvPr id="155" name="Text 6">
            <a:extLst>
              <a:ext uri="{FF2B5EF4-FFF2-40B4-BE49-F238E27FC236}">
                <a16:creationId xmlns:a16="http://schemas.microsoft.com/office/drawing/2014/main" id="{BAE709FA-8099-4EF0-9FED-3F24910B5D4A}"/>
              </a:ext>
            </a:extLst>
          </p:cNvPr>
          <p:cNvSpPr/>
          <p:nvPr/>
        </p:nvSpPr>
        <p:spPr>
          <a:xfrm>
            <a:off x="6454436" y="3148587"/>
            <a:ext cx="1056003" cy="238501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45720" tIns="0" rIns="45720" bIns="0" rtlCol="0" anchor="ctr"/>
          <a:lstStyle/>
          <a:p>
            <a:pPr algn="ctr" rtl="1"/>
            <a:r>
              <a:rPr lang="ar-SA" sz="1050" dirty="0">
                <a:solidFill>
                  <a:schemeClr val="accent2">
                    <a:lumMod val="75000"/>
                  </a:schemeClr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2</a:t>
            </a:r>
            <a:r>
              <a:rPr lang="ar-SA" sz="900" dirty="0">
                <a:solidFill>
                  <a:schemeClr val="accent2">
                    <a:lumMod val="75000"/>
                  </a:schemeClr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برامج دولية</a:t>
            </a:r>
            <a:endParaRPr lang="ar-SA" sz="1050" dirty="0">
              <a:solidFill>
                <a:schemeClr val="accent2">
                  <a:lumMod val="75000"/>
                </a:schemeClr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156" name="Text 6">
            <a:extLst>
              <a:ext uri="{FF2B5EF4-FFF2-40B4-BE49-F238E27FC236}">
                <a16:creationId xmlns:a16="http://schemas.microsoft.com/office/drawing/2014/main" id="{3AADD820-C64C-4179-9CA8-B5B0E6D0B1FE}"/>
              </a:ext>
            </a:extLst>
          </p:cNvPr>
          <p:cNvSpPr/>
          <p:nvPr/>
        </p:nvSpPr>
        <p:spPr>
          <a:xfrm>
            <a:off x="6454436" y="3498344"/>
            <a:ext cx="1056003" cy="238501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45720" tIns="0" rIns="45720" bIns="0" rtlCol="0" anchor="ctr"/>
          <a:lstStyle/>
          <a:p>
            <a:pPr algn="ctr" rtl="1"/>
            <a:r>
              <a:rPr lang="ar-SA" sz="1050" dirty="0">
                <a:solidFill>
                  <a:schemeClr val="accent2">
                    <a:lumMod val="75000"/>
                  </a:schemeClr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4</a:t>
            </a:r>
            <a:r>
              <a:rPr lang="ar-SA" sz="900" dirty="0">
                <a:solidFill>
                  <a:schemeClr val="accent2">
                    <a:lumMod val="75000"/>
                  </a:schemeClr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برامج محليه</a:t>
            </a:r>
            <a:endParaRPr lang="ar-SA" sz="1050" dirty="0">
              <a:solidFill>
                <a:schemeClr val="accent2">
                  <a:lumMod val="75000"/>
                </a:schemeClr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pic>
        <p:nvPicPr>
          <p:cNvPr id="157" name="Graphic 156">
            <a:extLst>
              <a:ext uri="{FF2B5EF4-FFF2-40B4-BE49-F238E27FC236}">
                <a16:creationId xmlns:a16="http://schemas.microsoft.com/office/drawing/2014/main" id="{58414213-9F47-44FF-BDFC-AECEEABD08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6703" y="3192849"/>
            <a:ext cx="401240" cy="401240"/>
          </a:xfrm>
          <a:prstGeom prst="rect">
            <a:avLst/>
          </a:prstGeom>
        </p:spPr>
      </p:pic>
      <p:pic>
        <p:nvPicPr>
          <p:cNvPr id="158" name="Graphic 157">
            <a:extLst>
              <a:ext uri="{FF2B5EF4-FFF2-40B4-BE49-F238E27FC236}">
                <a16:creationId xmlns:a16="http://schemas.microsoft.com/office/drawing/2014/main" id="{CC936424-8A39-4397-8F4A-7E679D09644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9613" y="3256349"/>
            <a:ext cx="337740" cy="337740"/>
          </a:xfrm>
          <a:prstGeom prst="rect">
            <a:avLst/>
          </a:prstGeom>
        </p:spPr>
      </p:pic>
      <p:sp>
        <p:nvSpPr>
          <p:cNvPr id="85" name="Text 7">
            <a:extLst>
              <a:ext uri="{FF2B5EF4-FFF2-40B4-BE49-F238E27FC236}">
                <a16:creationId xmlns:a16="http://schemas.microsoft.com/office/drawing/2014/main" id="{B903C77B-E5B2-4B54-B41D-A90E2C1677CD}"/>
              </a:ext>
            </a:extLst>
          </p:cNvPr>
          <p:cNvSpPr txBox="1"/>
          <p:nvPr/>
        </p:nvSpPr>
        <p:spPr>
          <a:xfrm>
            <a:off x="8316273" y="2228033"/>
            <a:ext cx="179387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r" rtl="1">
              <a:buNone/>
              <a:defRPr sz="1200">
                <a:solidFill>
                  <a:schemeClr val="bg1">
                    <a:alpha val="65000"/>
                  </a:schemeClr>
                </a:solidFill>
                <a:latin typeface="DiodrumArabic-Bold" panose="00000800000000000000" pitchFamily="2" charset="-78"/>
                <a:ea typeface="Tajawal" pitchFamily="34" charset="-122"/>
                <a:cs typeface="DiodrumArabic-Bold" panose="00000800000000000000" pitchFamily="2" charset="-78"/>
              </a:defRPr>
            </a:lvl1pPr>
          </a:lstStyle>
          <a:p>
            <a:r>
              <a:rPr lang="ar-SA" sz="900" dirty="0">
                <a:solidFill>
                  <a:srgbClr val="1CC182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من مستهدف 1800 </a:t>
            </a:r>
            <a:endParaRPr lang="en-US" sz="900" dirty="0">
              <a:solidFill>
                <a:srgbClr val="1CC182"/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90" name="Text 7">
            <a:extLst>
              <a:ext uri="{FF2B5EF4-FFF2-40B4-BE49-F238E27FC236}">
                <a16:creationId xmlns:a16="http://schemas.microsoft.com/office/drawing/2014/main" id="{FEEDD10B-B556-4FCB-AC34-DD781D313A5E}"/>
              </a:ext>
            </a:extLst>
          </p:cNvPr>
          <p:cNvSpPr txBox="1"/>
          <p:nvPr/>
        </p:nvSpPr>
        <p:spPr>
          <a:xfrm>
            <a:off x="6157301" y="2037884"/>
            <a:ext cx="179387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r" rtl="1">
              <a:buNone/>
              <a:defRPr sz="1200">
                <a:solidFill>
                  <a:schemeClr val="bg1">
                    <a:alpha val="65000"/>
                  </a:schemeClr>
                </a:solidFill>
                <a:latin typeface="DiodrumArabic-Bold" panose="00000800000000000000" pitchFamily="2" charset="-78"/>
                <a:ea typeface="Tajawal" pitchFamily="34" charset="-122"/>
                <a:cs typeface="DiodrumArabic-Bold" panose="00000800000000000000" pitchFamily="2" charset="-78"/>
              </a:defRPr>
            </a:lvl1pPr>
          </a:lstStyle>
          <a:p>
            <a:r>
              <a:rPr lang="ar-SA" sz="1100" dirty="0"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برنامج و ورشه تدريبية حضورية</a:t>
            </a:r>
            <a:endParaRPr lang="en-US" sz="1100" dirty="0"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97" name="Text 6">
            <a:extLst>
              <a:ext uri="{FF2B5EF4-FFF2-40B4-BE49-F238E27FC236}">
                <a16:creationId xmlns:a16="http://schemas.microsoft.com/office/drawing/2014/main" id="{1BD7C331-046D-41C8-AA06-3BB20FFD3293}"/>
              </a:ext>
            </a:extLst>
          </p:cNvPr>
          <p:cNvSpPr/>
          <p:nvPr/>
        </p:nvSpPr>
        <p:spPr>
          <a:xfrm>
            <a:off x="4891795" y="1639918"/>
            <a:ext cx="1056003" cy="238501"/>
          </a:xfrm>
          <a:prstGeom prst="roundRect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 rtl="1"/>
            <a:r>
              <a:rPr lang="ar-SA" sz="1050" dirty="0">
                <a:solidFill>
                  <a:schemeClr val="bg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31 برنامج تدريبي  </a:t>
            </a:r>
            <a:endParaRPr lang="ar-SA" sz="1050" dirty="0">
              <a:solidFill>
                <a:schemeClr val="bg1"/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98" name="Text 6">
            <a:extLst>
              <a:ext uri="{FF2B5EF4-FFF2-40B4-BE49-F238E27FC236}">
                <a16:creationId xmlns:a16="http://schemas.microsoft.com/office/drawing/2014/main" id="{77ADCB44-E7BF-4093-9101-8749778E5474}"/>
              </a:ext>
            </a:extLst>
          </p:cNvPr>
          <p:cNvSpPr/>
          <p:nvPr/>
        </p:nvSpPr>
        <p:spPr>
          <a:xfrm>
            <a:off x="4912219" y="2056268"/>
            <a:ext cx="1056003" cy="238501"/>
          </a:xfrm>
          <a:prstGeom prst="roundRect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 rtl="1"/>
            <a:r>
              <a:rPr lang="ar-SA" sz="1050" dirty="0">
                <a:solidFill>
                  <a:schemeClr val="bg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rPr>
              <a:t>23 ورشة تدريبية</a:t>
            </a:r>
            <a:endParaRPr lang="ar-SA" sz="1050" dirty="0">
              <a:solidFill>
                <a:schemeClr val="bg1"/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99" name="Text 7">
            <a:extLst>
              <a:ext uri="{FF2B5EF4-FFF2-40B4-BE49-F238E27FC236}">
                <a16:creationId xmlns:a16="http://schemas.microsoft.com/office/drawing/2014/main" id="{A1FDBC50-A12B-495B-BB87-DDF6122BC040}"/>
              </a:ext>
            </a:extLst>
          </p:cNvPr>
          <p:cNvSpPr txBox="1"/>
          <p:nvPr/>
        </p:nvSpPr>
        <p:spPr>
          <a:xfrm>
            <a:off x="2726964" y="1925066"/>
            <a:ext cx="179387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r" rtl="1">
              <a:buNone/>
              <a:defRPr sz="1200">
                <a:solidFill>
                  <a:schemeClr val="bg1">
                    <a:alpha val="65000"/>
                  </a:schemeClr>
                </a:solidFill>
                <a:latin typeface="DiodrumArabic-Bold" panose="00000800000000000000" pitchFamily="2" charset="-78"/>
                <a:ea typeface="Tajawal" pitchFamily="34" charset="-122"/>
                <a:cs typeface="DiodrumArabic-Bold" panose="00000800000000000000" pitchFamily="2" charset="-78"/>
              </a:defRPr>
            </a:lvl1pPr>
          </a:lstStyle>
          <a:p>
            <a:r>
              <a:rPr lang="ar-SA" sz="900" dirty="0">
                <a:solidFill>
                  <a:srgbClr val="1CC182"/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rPr>
              <a:t>13 برنامج و ورشة تدريبية مقامه في مركز الابتكار </a:t>
            </a:r>
            <a:endParaRPr lang="en-US" sz="900" dirty="0">
              <a:solidFill>
                <a:srgbClr val="1CC182"/>
              </a:solidFill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BE51D27-E183-4E08-9D68-A272BB3D9F23}"/>
              </a:ext>
            </a:extLst>
          </p:cNvPr>
          <p:cNvSpPr txBox="1"/>
          <p:nvPr/>
        </p:nvSpPr>
        <p:spPr>
          <a:xfrm>
            <a:off x="5466632" y="4432336"/>
            <a:ext cx="1441588" cy="32531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alpha val="10000"/>
              </a:schemeClr>
            </a:solidFill>
          </a:ln>
        </p:spPr>
        <p:txBody>
          <a:bodyPr wrap="square" lIns="0" rIns="0" bIns="91440" anchor="ctr">
            <a:noAutofit/>
          </a:bodyPr>
          <a:lstStyle/>
          <a:p>
            <a:pPr algn="ctr" rtl="1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20000"/>
            </a:pPr>
            <a:r>
              <a:rPr lang="ar-SA" sz="1200" dirty="0">
                <a:solidFill>
                  <a:schemeClr val="accent4">
                    <a:alpha val="50000"/>
                  </a:schemeClr>
                </a:solidFill>
                <a:latin typeface="SST Arabic" panose="020B0504030504020204" pitchFamily="34" charset="-78"/>
                <a:cs typeface="+mn-cs"/>
              </a:rPr>
              <a:t>يوليو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4A0475-E19B-4D8E-B5B5-866545E75077}"/>
              </a:ext>
            </a:extLst>
          </p:cNvPr>
          <p:cNvSpPr txBox="1"/>
          <p:nvPr/>
        </p:nvSpPr>
        <p:spPr>
          <a:xfrm>
            <a:off x="1659716" y="4436493"/>
            <a:ext cx="1441588" cy="32531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alpha val="10000"/>
              </a:schemeClr>
            </a:solidFill>
          </a:ln>
        </p:spPr>
        <p:txBody>
          <a:bodyPr wrap="square" lIns="0" rIns="0" bIns="91440" anchor="ctr">
            <a:noAutofit/>
          </a:bodyPr>
          <a:lstStyle/>
          <a:p>
            <a:pPr algn="ctr" rtl="1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20000"/>
            </a:pPr>
            <a:r>
              <a:rPr lang="ar-SA" sz="1200" dirty="0">
                <a:solidFill>
                  <a:schemeClr val="accent4">
                    <a:alpha val="50000"/>
                  </a:schemeClr>
                </a:solidFill>
                <a:latin typeface="SST Arabic" panose="020B0504030504020204" pitchFamily="34" charset="-78"/>
                <a:cs typeface="+mn-cs"/>
              </a:rPr>
              <a:t>أغسطس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B398E55-F01F-43F9-8BA9-EA7BA1443204}"/>
              </a:ext>
            </a:extLst>
          </p:cNvPr>
          <p:cNvSpPr txBox="1"/>
          <p:nvPr/>
        </p:nvSpPr>
        <p:spPr>
          <a:xfrm>
            <a:off x="3555653" y="2688440"/>
            <a:ext cx="5314517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algn="r" rtl="1"/>
            <a:r>
              <a:rPr lang="ar-SA" sz="16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  <a:t>ملخص منجز شهر يونيو – يوليو – أغسطس :</a:t>
            </a:r>
            <a:r>
              <a:rPr lang="en-US" sz="16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  <a:t> 507 </a:t>
            </a:r>
            <a:r>
              <a:rPr lang="ar-SA" sz="16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  <a:t>مستفيد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8A92B84-E4DE-4C25-AD85-36E8C545A10B}"/>
              </a:ext>
            </a:extLst>
          </p:cNvPr>
          <p:cNvSpPr txBox="1"/>
          <p:nvPr/>
        </p:nvSpPr>
        <p:spPr>
          <a:xfrm>
            <a:off x="8229600" y="3995050"/>
            <a:ext cx="3502492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algn="r" rtl="1"/>
            <a:r>
              <a:rPr lang="ar-SA" sz="1600" dirty="0">
                <a:solidFill>
                  <a:schemeClr val="accent4"/>
                </a:solidFill>
                <a:latin typeface="☞DIODRUM ARABIC SEMIBOLD" panose="00000700000000000000" pitchFamily="2" charset="-78"/>
                <a:cs typeface="☞DIODRUM ARABIC SEMIBOLD" panose="00000700000000000000" pitchFamily="2" charset="-78"/>
              </a:rPr>
              <a:t>منجز الأشهر :  </a:t>
            </a:r>
          </a:p>
        </p:txBody>
      </p:sp>
      <p:sp>
        <p:nvSpPr>
          <p:cNvPr id="11" name="SecloreFooter">
            <a:extLst>
              <a:ext uri="{FF2B5EF4-FFF2-40B4-BE49-F238E27FC236}">
                <a16:creationId xmlns:a16="http://schemas.microsoft.com/office/drawing/2014/main" id="{FE53BD42-AF09-4407-AF8B-D0497E98ECF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57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5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g-num"/>
          <p:cNvSpPr txBox="1"/>
          <p:nvPr/>
        </p:nvSpPr>
        <p:spPr>
          <a:xfrm>
            <a:off x="255130" y="2044007"/>
            <a:ext cx="2638543" cy="276998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812810">
              <a:buClrTx/>
            </a:pPr>
            <a:r>
              <a:rPr lang="ar-SA" sz="18000" kern="1200" dirty="0">
                <a:solidFill>
                  <a:srgbClr val="1CC182"/>
                </a:solidFill>
                <a:latin typeface="DiodrumArabic-Bold"/>
                <a:cs typeface="DiodrumArabic-Bold"/>
              </a:rPr>
              <a:t>02</a:t>
            </a:r>
            <a:endParaRPr lang="en-US" sz="18000" kern="1200" dirty="0">
              <a:solidFill>
                <a:srgbClr val="1CC182"/>
              </a:solidFill>
              <a:latin typeface="DiodrumArabic-Bold"/>
              <a:cs typeface="DiodrumArabic-Bold"/>
            </a:endParaRPr>
          </a:p>
        </p:txBody>
      </p:sp>
      <p:sp>
        <p:nvSpPr>
          <p:cNvPr id="6" name="title"/>
          <p:cNvSpPr txBox="1"/>
          <p:nvPr/>
        </p:nvSpPr>
        <p:spPr>
          <a:xfrm>
            <a:off x="4775200" y="3132668"/>
            <a:ext cx="6705600" cy="499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defTabSz="812810" rtl="1">
              <a:lnSpc>
                <a:spcPct val="120000"/>
              </a:lnSpc>
              <a:buClrTx/>
            </a:pPr>
            <a:r>
              <a:rPr lang="ar-SA" sz="2999" kern="1200" dirty="0">
                <a:solidFill>
                  <a:srgbClr val="FFFFFF"/>
                </a:solidFill>
                <a:latin typeface="DiodrumArabic-Bold"/>
                <a:ea typeface="DiodrumArabic-Bold"/>
                <a:cs typeface="DiodrumArabic-Bold"/>
              </a:rPr>
              <a:t>الجهود والمبادرات القائمة</a:t>
            </a:r>
          </a:p>
        </p:txBody>
      </p:sp>
      <p:sp>
        <p:nvSpPr>
          <p:cNvPr id="22" name="prog1">
            <a:extLst>
              <a:ext uri="{FF2B5EF4-FFF2-40B4-BE49-F238E27FC236}">
                <a16:creationId xmlns:a16="http://schemas.microsoft.com/office/drawing/2014/main" id="{ADB9E06E-78AB-4BA2-9740-A2FD03A37D13}"/>
              </a:ext>
            </a:extLst>
          </p:cNvPr>
          <p:cNvSpPr/>
          <p:nvPr/>
        </p:nvSpPr>
        <p:spPr>
          <a:xfrm>
            <a:off x="10972800" y="2159565"/>
            <a:ext cx="508000" cy="65476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12810">
              <a:buClrTx/>
            </a:pPr>
            <a:endParaRPr sz="3200" kern="1200">
              <a:solidFill>
                <a:prstClr val="white"/>
              </a:solidFill>
              <a:latin typeface="DiodrumArabic-Regular"/>
              <a:cs typeface="DiodrumArabic-Regular"/>
            </a:endParaRPr>
          </a:p>
        </p:txBody>
      </p:sp>
      <p:sp>
        <p:nvSpPr>
          <p:cNvPr id="23" name="prog2">
            <a:extLst>
              <a:ext uri="{FF2B5EF4-FFF2-40B4-BE49-F238E27FC236}">
                <a16:creationId xmlns:a16="http://schemas.microsoft.com/office/drawing/2014/main" id="{B9A1625D-429E-4683-B097-A095A36C72E1}"/>
              </a:ext>
            </a:extLst>
          </p:cNvPr>
          <p:cNvSpPr/>
          <p:nvPr/>
        </p:nvSpPr>
        <p:spPr>
          <a:xfrm>
            <a:off x="10363200" y="2159565"/>
            <a:ext cx="508000" cy="6547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12810">
              <a:buClrTx/>
            </a:pPr>
            <a:endParaRPr sz="3200" kern="1200">
              <a:solidFill>
                <a:prstClr val="white"/>
              </a:solidFill>
              <a:latin typeface="DiodrumArabic-Regular"/>
              <a:cs typeface="DiodrumArabic-Regular"/>
            </a:endParaRPr>
          </a:p>
        </p:txBody>
      </p:sp>
      <p:sp>
        <p:nvSpPr>
          <p:cNvPr id="3" name="SecloreFooter">
            <a:extLst>
              <a:ext uri="{FF2B5EF4-FFF2-40B4-BE49-F238E27FC236}">
                <a16:creationId xmlns:a16="http://schemas.microsoft.com/office/drawing/2014/main" id="{E1B6FAD4-8A9C-42BF-97AD-94B7D08E308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464616"/>
            <a:ext cx="12192000" cy="281378"/>
          </a:xfrm>
        </p:spPr>
        <p:txBody>
          <a:bodyPr/>
          <a:lstStyle/>
          <a:p>
            <a:r>
              <a:rPr lang="en-US" sz="1200"/>
              <a:t>Restricted - </a:t>
            </a:r>
            <a:r>
              <a:rPr lang="ar-SA" sz="1200"/>
              <a:t>مقيد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851196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021ADDF-8E2C-45B8-BF02-B7B1F89E2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224" y="455907"/>
            <a:ext cx="6975460" cy="522501"/>
          </a:xfrm>
        </p:spPr>
        <p:txBody>
          <a:bodyPr/>
          <a:lstStyle/>
          <a:p>
            <a:r>
              <a:rPr lang="ar-SA" sz="2000" dirty="0">
                <a:solidFill>
                  <a:schemeClr val="accent2">
                    <a:lumMod val="75000"/>
                  </a:schemeClr>
                </a:solidFill>
              </a:rPr>
              <a:t>البرامج التدريبية 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7" name="s1-num-badge">
            <a:extLst>
              <a:ext uri="{FF2B5EF4-FFF2-40B4-BE49-F238E27FC236}">
                <a16:creationId xmlns:a16="http://schemas.microsoft.com/office/drawing/2014/main" id="{CD5DA493-5272-42FA-8365-A3966CC354D1}"/>
              </a:ext>
            </a:extLst>
          </p:cNvPr>
          <p:cNvSpPr/>
          <p:nvPr/>
        </p:nvSpPr>
        <p:spPr>
          <a:xfrm>
            <a:off x="10058400" y="398757"/>
            <a:ext cx="714462" cy="643659"/>
          </a:xfrm>
          <a:prstGeom prst="roundRect">
            <a:avLst>
              <a:gd name="adj" fmla="val 28599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2700000" scaled="1"/>
          </a:gradFill>
          <a:ln>
            <a:noFill/>
          </a:ln>
          <a:effectLst>
            <a:outerShdw blurRad="57150" dist="19050" dir="5400000" rotWithShape="0">
              <a:srgbClr val="24135F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12810">
              <a:buClrTx/>
            </a:pPr>
            <a:endParaRPr sz="3200" kern="1200">
              <a:solidFill>
                <a:prstClr val="white"/>
              </a:solidFill>
              <a:latin typeface="DiodrumArabic-Regular"/>
              <a:cs typeface="DiodrumArabic-Regular"/>
            </a:endParaRPr>
          </a:p>
        </p:txBody>
      </p:sp>
      <p:sp>
        <p:nvSpPr>
          <p:cNvPr id="78" name="s1-num">
            <a:extLst>
              <a:ext uri="{FF2B5EF4-FFF2-40B4-BE49-F238E27FC236}">
                <a16:creationId xmlns:a16="http://schemas.microsoft.com/office/drawing/2014/main" id="{9D3DF26F-E9FA-4C13-87DC-40C0A14A2F2C}"/>
              </a:ext>
            </a:extLst>
          </p:cNvPr>
          <p:cNvSpPr txBox="1"/>
          <p:nvPr/>
        </p:nvSpPr>
        <p:spPr>
          <a:xfrm>
            <a:off x="10235467" y="493235"/>
            <a:ext cx="379385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defTabSz="812810">
              <a:buClrTx/>
            </a:pPr>
            <a:r>
              <a:rPr lang="en-US" sz="2800" kern="1200" dirty="0">
                <a:solidFill>
                  <a:srgbClr val="FFFFFF"/>
                </a:solidFill>
                <a:latin typeface="DiodrumArabic-Bold"/>
                <a:ea typeface="DiodrumArabic-Bold"/>
                <a:cs typeface="DiodrumArabic-Bold"/>
              </a:rPr>
              <a:t>01</a:t>
            </a:r>
            <a:endParaRPr lang="en-US" sz="1932" kern="1200" dirty="0">
              <a:solidFill>
                <a:srgbClr val="FFFFFF"/>
              </a:solidFill>
              <a:latin typeface="DiodrumArabic-Bold"/>
              <a:ea typeface="DiodrumArabic-Bold"/>
              <a:cs typeface="DiodrumArabic-Bold"/>
            </a:endParaRPr>
          </a:p>
        </p:txBody>
      </p:sp>
      <p:sp>
        <p:nvSpPr>
          <p:cNvPr id="79" name="Title 12">
            <a:extLst>
              <a:ext uri="{FF2B5EF4-FFF2-40B4-BE49-F238E27FC236}">
                <a16:creationId xmlns:a16="http://schemas.microsoft.com/office/drawing/2014/main" id="{ADD2FCDD-A898-4E2E-84D7-0170DB3FFE6B}"/>
              </a:ext>
            </a:extLst>
          </p:cNvPr>
          <p:cNvSpPr txBox="1">
            <a:spLocks/>
          </p:cNvSpPr>
          <p:nvPr/>
        </p:nvSpPr>
        <p:spPr>
          <a:xfrm>
            <a:off x="1168273" y="3123883"/>
            <a:ext cx="9251950" cy="590931"/>
          </a:xfrm>
          <a:prstGeom prst="rect">
            <a:avLst/>
          </a:prstGeom>
        </p:spPr>
        <p:txBody>
          <a:bodyPr vert="horz" wrap="square" lIns="0" tIns="45720" rIns="0" bIns="45720" rtlCol="0" anchor="t">
            <a:spAutoFit/>
          </a:bodyPr>
          <a:lstStyle>
            <a:lvl1pPr algn="r" defTabSz="914332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4"/>
                </a:solidFill>
                <a:latin typeface="DiodrumArabic-Bold" panose="00000800000000000000" pitchFamily="2" charset="-78"/>
                <a:ea typeface="+mj-ea"/>
                <a:cs typeface="DiodrumArabic-Bold" panose="00000800000000000000" pitchFamily="2" charset="-78"/>
              </a:defRPr>
            </a:lvl1pPr>
          </a:lstStyle>
          <a:p>
            <a:pPr>
              <a:buClrTx/>
              <a:buFontTx/>
            </a:pPr>
            <a:r>
              <a:rPr lang="ar-SA" sz="3600" dirty="0"/>
              <a:t>1.1 المنجزات </a:t>
            </a:r>
          </a:p>
        </p:txBody>
      </p:sp>
      <p:sp>
        <p:nvSpPr>
          <p:cNvPr id="80" name="Slide Number Placeholder 1">
            <a:extLst>
              <a:ext uri="{FF2B5EF4-FFF2-40B4-BE49-F238E27FC236}">
                <a16:creationId xmlns:a16="http://schemas.microsoft.com/office/drawing/2014/main" id="{62A52D15-03C4-4D9B-AB50-612D2A833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7420" y="6498731"/>
            <a:ext cx="467734" cy="206790"/>
          </a:xfrm>
        </p:spPr>
        <p:txBody>
          <a:bodyPr/>
          <a:lstStyle/>
          <a:p>
            <a:fld id="{679EF615-E246-4FA6-9E75-123AAEB83405}" type="slidenum">
              <a:rPr lang="en-PH" smtClean="0"/>
              <a:pPr/>
              <a:t>4</a:t>
            </a:fld>
            <a:endParaRPr lang="en-PH" dirty="0"/>
          </a:p>
        </p:txBody>
      </p:sp>
      <p:sp>
        <p:nvSpPr>
          <p:cNvPr id="12" name="SecloreFooter">
            <a:extLst>
              <a:ext uri="{FF2B5EF4-FFF2-40B4-BE49-F238E27FC236}">
                <a16:creationId xmlns:a16="http://schemas.microsoft.com/office/drawing/2014/main" id="{3256E98C-32DF-42DD-9307-7E10BBFC890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12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021ADDF-8E2C-45B8-BF02-B7B1F89E2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224" y="455907"/>
            <a:ext cx="6975460" cy="522501"/>
          </a:xfrm>
        </p:spPr>
        <p:txBody>
          <a:bodyPr/>
          <a:lstStyle/>
          <a:p>
            <a:r>
              <a:rPr lang="ar-SA" sz="2000" dirty="0">
                <a:solidFill>
                  <a:schemeClr val="accent2">
                    <a:lumMod val="75000"/>
                  </a:schemeClr>
                </a:solidFill>
              </a:rPr>
              <a:t>البرامج التدريبية 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7" name="s1-num-badge">
            <a:extLst>
              <a:ext uri="{FF2B5EF4-FFF2-40B4-BE49-F238E27FC236}">
                <a16:creationId xmlns:a16="http://schemas.microsoft.com/office/drawing/2014/main" id="{CD5DA493-5272-42FA-8365-A3966CC354D1}"/>
              </a:ext>
            </a:extLst>
          </p:cNvPr>
          <p:cNvSpPr/>
          <p:nvPr/>
        </p:nvSpPr>
        <p:spPr>
          <a:xfrm>
            <a:off x="10058400" y="398757"/>
            <a:ext cx="714462" cy="643659"/>
          </a:xfrm>
          <a:prstGeom prst="roundRect">
            <a:avLst>
              <a:gd name="adj" fmla="val 28599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2700000" scaled="1"/>
          </a:gradFill>
          <a:ln>
            <a:noFill/>
          </a:ln>
          <a:effectLst>
            <a:outerShdw blurRad="57150" dist="19050" dir="5400000" rotWithShape="0">
              <a:srgbClr val="24135F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12810">
              <a:buClrTx/>
            </a:pPr>
            <a:endParaRPr sz="3200" kern="1200">
              <a:solidFill>
                <a:prstClr val="white"/>
              </a:solidFill>
              <a:latin typeface="DiodrumArabic-Regular"/>
              <a:cs typeface="DiodrumArabic-Regular"/>
            </a:endParaRPr>
          </a:p>
        </p:txBody>
      </p:sp>
      <p:sp>
        <p:nvSpPr>
          <p:cNvPr id="78" name="s1-num">
            <a:extLst>
              <a:ext uri="{FF2B5EF4-FFF2-40B4-BE49-F238E27FC236}">
                <a16:creationId xmlns:a16="http://schemas.microsoft.com/office/drawing/2014/main" id="{9D3DF26F-E9FA-4C13-87DC-40C0A14A2F2C}"/>
              </a:ext>
            </a:extLst>
          </p:cNvPr>
          <p:cNvSpPr txBox="1"/>
          <p:nvPr/>
        </p:nvSpPr>
        <p:spPr>
          <a:xfrm>
            <a:off x="10235467" y="493235"/>
            <a:ext cx="379385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defTabSz="812810">
              <a:buClrTx/>
            </a:pPr>
            <a:r>
              <a:rPr lang="en-US" sz="2800" kern="1200" dirty="0">
                <a:solidFill>
                  <a:srgbClr val="FFFFFF"/>
                </a:solidFill>
                <a:latin typeface="DiodrumArabic-Bold"/>
                <a:ea typeface="DiodrumArabic-Bold"/>
                <a:cs typeface="DiodrumArabic-Bold"/>
              </a:rPr>
              <a:t>01</a:t>
            </a:r>
            <a:endParaRPr lang="en-US" sz="1932" kern="1200" dirty="0">
              <a:solidFill>
                <a:srgbClr val="FFFFFF"/>
              </a:solidFill>
              <a:latin typeface="DiodrumArabic-Bold"/>
              <a:ea typeface="DiodrumArabic-Bold"/>
              <a:cs typeface="DiodrumArabic-Bold"/>
            </a:endParaRPr>
          </a:p>
        </p:txBody>
      </p:sp>
      <p:sp>
        <p:nvSpPr>
          <p:cNvPr id="79" name="Title 12">
            <a:extLst>
              <a:ext uri="{FF2B5EF4-FFF2-40B4-BE49-F238E27FC236}">
                <a16:creationId xmlns:a16="http://schemas.microsoft.com/office/drawing/2014/main" id="{ADD2FCDD-A898-4E2E-84D7-0170DB3FFE6B}"/>
              </a:ext>
            </a:extLst>
          </p:cNvPr>
          <p:cNvSpPr txBox="1">
            <a:spLocks/>
          </p:cNvSpPr>
          <p:nvPr/>
        </p:nvSpPr>
        <p:spPr>
          <a:xfrm>
            <a:off x="1168273" y="3123883"/>
            <a:ext cx="9251950" cy="590931"/>
          </a:xfrm>
          <a:prstGeom prst="rect">
            <a:avLst/>
          </a:prstGeom>
        </p:spPr>
        <p:txBody>
          <a:bodyPr vert="horz" wrap="square" lIns="0" tIns="45720" rIns="0" bIns="45720" rtlCol="0" anchor="t">
            <a:spAutoFit/>
          </a:bodyPr>
          <a:lstStyle>
            <a:lvl1pPr algn="r" defTabSz="914332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4"/>
                </a:solidFill>
                <a:latin typeface="DiodrumArabic-Bold" panose="00000800000000000000" pitchFamily="2" charset="-78"/>
                <a:ea typeface="+mj-ea"/>
                <a:cs typeface="DiodrumArabic-Bold" panose="00000800000000000000" pitchFamily="2" charset="-78"/>
              </a:defRPr>
            </a:lvl1pPr>
          </a:lstStyle>
          <a:p>
            <a:pPr>
              <a:buClrTx/>
              <a:buFontTx/>
            </a:pPr>
            <a:r>
              <a:rPr lang="ar-SA" sz="3600" dirty="0"/>
              <a:t>1.1 المنجزات </a:t>
            </a:r>
          </a:p>
        </p:txBody>
      </p:sp>
      <p:sp>
        <p:nvSpPr>
          <p:cNvPr id="80" name="Slide Number Placeholder 1">
            <a:extLst>
              <a:ext uri="{FF2B5EF4-FFF2-40B4-BE49-F238E27FC236}">
                <a16:creationId xmlns:a16="http://schemas.microsoft.com/office/drawing/2014/main" id="{62A52D15-03C4-4D9B-AB50-612D2A833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7420" y="6498731"/>
            <a:ext cx="467734" cy="206790"/>
          </a:xfrm>
        </p:spPr>
        <p:txBody>
          <a:bodyPr/>
          <a:lstStyle/>
          <a:p>
            <a:fld id="{679EF615-E246-4FA6-9E75-123AAEB83405}" type="slidenum">
              <a:rPr lang="en-PH" smtClean="0"/>
              <a:pPr/>
              <a:t>4</a:t>
            </a:fld>
            <a:endParaRPr lang="en-PH" dirty="0"/>
          </a:p>
        </p:txBody>
      </p:sp>
      <p:sp>
        <p:nvSpPr>
          <p:cNvPr id="12" name="SecloreFooter">
            <a:extLst>
              <a:ext uri="{FF2B5EF4-FFF2-40B4-BE49-F238E27FC236}">
                <a16:creationId xmlns:a16="http://schemas.microsoft.com/office/drawing/2014/main" id="{3256E98C-32DF-42DD-9307-7E10BBFC890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12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STSLIDEVIEWED" val="267,4,Slide1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6_Office Theme">
  <a:themeElements>
    <a:clrScheme name="DGA brand V3">
      <a:dk1>
        <a:sysClr val="windowText" lastClr="000000"/>
      </a:dk1>
      <a:lt1>
        <a:sysClr val="window" lastClr="FFFFFF"/>
      </a:lt1>
      <a:dk2>
        <a:srgbClr val="44546A"/>
      </a:dk2>
      <a:lt2>
        <a:srgbClr val="FFFFFF"/>
      </a:lt2>
      <a:accent1>
        <a:srgbClr val="1CC182"/>
      </a:accent1>
      <a:accent2>
        <a:srgbClr val="7C32C9"/>
      </a:accent2>
      <a:accent3>
        <a:srgbClr val="00ABAF"/>
      </a:accent3>
      <a:accent4>
        <a:srgbClr val="2A206A"/>
      </a:accent4>
      <a:accent5>
        <a:srgbClr val="0082DE"/>
      </a:accent5>
      <a:accent6>
        <a:srgbClr val="3C33B1"/>
      </a:accent6>
      <a:hlink>
        <a:srgbClr val="0099FF"/>
      </a:hlink>
      <a:folHlink>
        <a:srgbClr val="A85C82"/>
      </a:folHlink>
    </a:clrScheme>
    <a:fontScheme name="DGA font">
      <a:majorFont>
        <a:latin typeface="DiodrumArabic-Semibold"/>
        <a:ea typeface=""/>
        <a:cs typeface="DiodrumArabic-Semibold"/>
      </a:majorFont>
      <a:minorFont>
        <a:latin typeface="DiodrumArabic-Medium"/>
        <a:ea typeface=""/>
        <a:cs typeface="DiodrumArabic-Medium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0F5922D8-4AC6-446B-85D5-A9906B3085AF}" vid="{D76656DE-EB0F-476F-AA0B-A4EB005C8A5C}"/>
    </a:ext>
  </a:extLst>
</a:theme>
</file>

<file path=ppt/theme/theme2.xml><?xml version="1.0" encoding="utf-8"?>
<a:theme xmlns:a="http://schemas.openxmlformats.org/drawingml/2006/main" name="Office Theme [1787577115809]">
  <a:themeElements>
    <a:clrScheme name="DGA brand V3">
      <a:dk1>
        <a:sysClr val="windowText" lastClr="000000"/>
      </a:dk1>
      <a:lt1>
        <a:sysClr val="window" lastClr="FFFFFF"/>
      </a:lt1>
      <a:dk2>
        <a:srgbClr val="44546A"/>
      </a:dk2>
      <a:lt2>
        <a:srgbClr val="FFFFFF"/>
      </a:lt2>
      <a:accent1>
        <a:srgbClr val="1CC182"/>
      </a:accent1>
      <a:accent2>
        <a:srgbClr val="7C32C9"/>
      </a:accent2>
      <a:accent3>
        <a:srgbClr val="00ABAF"/>
      </a:accent3>
      <a:accent4>
        <a:srgbClr val="2A206A"/>
      </a:accent4>
      <a:accent5>
        <a:srgbClr val="0082DE"/>
      </a:accent5>
      <a:accent6>
        <a:srgbClr val="3C33B1"/>
      </a:accent6>
      <a:hlink>
        <a:srgbClr val="0099FF"/>
      </a:hlink>
      <a:folHlink>
        <a:srgbClr val="A85C82"/>
      </a:folHlink>
    </a:clrScheme>
    <a:fontScheme name="Office">
      <a:majorFont>
        <a:latin typeface="DiodrumArabic-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iodrumArabic-Regula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Office Theme [1787577115809]">
  <a:themeElements>
    <a:clrScheme name="DGA brand V3">
      <a:dk1>
        <a:sysClr val="windowText" lastClr="000000"/>
      </a:dk1>
      <a:lt1>
        <a:sysClr val="window" lastClr="FFFFFF"/>
      </a:lt1>
      <a:dk2>
        <a:srgbClr val="44546A"/>
      </a:dk2>
      <a:lt2>
        <a:srgbClr val="FFFFFF"/>
      </a:lt2>
      <a:accent1>
        <a:srgbClr val="1CC182"/>
      </a:accent1>
      <a:accent2>
        <a:srgbClr val="7C32C9"/>
      </a:accent2>
      <a:accent3>
        <a:srgbClr val="00ABAF"/>
      </a:accent3>
      <a:accent4>
        <a:srgbClr val="2A206A"/>
      </a:accent4>
      <a:accent5>
        <a:srgbClr val="0082DE"/>
      </a:accent5>
      <a:accent6>
        <a:srgbClr val="3C33B1"/>
      </a:accent6>
      <a:hlink>
        <a:srgbClr val="0099FF"/>
      </a:hlink>
      <a:folHlink>
        <a:srgbClr val="A85C82"/>
      </a:folHlink>
    </a:clrScheme>
    <a:fontScheme name="Office">
      <a:majorFont>
        <a:latin typeface="DiodrumArabic-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iodrumArabic-Regula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3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03DBC7A-1A29-4341-A39B-8A54FB79A2CB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8ad7ded0-fd46-4ceb-984f-c0af964ab244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E0D52C3C8F65469FEB3CF373959CC5" ma:contentTypeVersion="15" ma:contentTypeDescription="Create a new document." ma:contentTypeScope="" ma:versionID="55b4a93dead6a3e02c3886415224c026">
  <xsd:schema xmlns:xsd="http://www.w3.org/2001/XMLSchema" xmlns:xs="http://www.w3.org/2001/XMLSchema" xmlns:p="http://schemas.microsoft.com/office/2006/metadata/properties" xmlns:ns2="4dc0dfcf-6ac6-48c9-a404-84bdfb1cd927" xmlns:ns3="0cff6292-cc8f-467e-a122-439d246d0572" targetNamespace="http://schemas.microsoft.com/office/2006/metadata/properties" ma:root="true" ma:fieldsID="d9ca5a12980a9087c6c8256512a9c9e7" ns2:_="" ns3:_="">
    <xsd:import namespace="4dc0dfcf-6ac6-48c9-a404-84bdfb1cd927"/>
    <xsd:import namespace="0cff6292-cc8f-467e-a122-439d246d05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LengthInSecond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c0dfcf-6ac6-48c9-a404-84bdfb1cd9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4f96108a-6aff-4dab-afc9-a2b18d53be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ff6292-cc8f-467e-a122-439d246d057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a5482546-e6e0-4b38-b86b-98d2c4ea59f8}" ma:internalName="TaxCatchAll" ma:showField="CatchAllData" ma:web="0cff6292-cc8f-467e-a122-439d246d05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dc0dfcf-6ac6-48c9-a404-84bdfb1cd927">
      <Terms xmlns="http://schemas.microsoft.com/office/infopath/2007/PartnerControls"/>
    </lcf76f155ced4ddcb4097134ff3c332f>
    <TaxCatchAll xmlns="0cff6292-cc8f-467e-a122-439d246d0572" xsi:nil="true"/>
  </documentManagement>
</p:properties>
</file>

<file path=customXml/itemProps1.xml><?xml version="1.0" encoding="utf-8"?>
<ds:datastoreItem xmlns:ds="http://schemas.openxmlformats.org/officeDocument/2006/customXml" ds:itemID="{20682B11-8ADB-416A-B0B9-86E5E414A0C5}">
  <ds:schemaRefs>
    <ds:schemaRef ds:uri="0cff6292-cc8f-467e-a122-439d246d0572"/>
    <ds:schemaRef ds:uri="4dc0dfcf-6ac6-48c9-a404-84bdfb1cd92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CCCCE3C-BB73-4EF7-8D83-1E6DD5369A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898E8B-24FC-4411-BFB0-46DEA670D20D}">
  <ds:schemaRefs>
    <ds:schemaRef ds:uri="0cff6292-cc8f-467e-a122-439d246d0572"/>
    <ds:schemaRef ds:uri="4dc0dfcf-6ac6-48c9-a404-84bdfb1cd92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1367</TotalTime>
  <Words>790</Words>
  <Application>Microsoft Office PowerPoint</Application>
  <PresentationFormat>Widescreen</PresentationFormat>
  <Paragraphs>166</Paragraphs>
  <Slides>15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☞DIODRUM ARABIC MEDIUM</vt:lpstr>
      <vt:lpstr>☞DIODRUM ARABIC SEMIBOLD</vt:lpstr>
      <vt:lpstr>Arial</vt:lpstr>
      <vt:lpstr>DiodrumArabic-Bold</vt:lpstr>
      <vt:lpstr>DiodrumArabic-Medium</vt:lpstr>
      <vt:lpstr>DiodrumArabic-Regular</vt:lpstr>
      <vt:lpstr>DiodrumArabic-Semibold</vt:lpstr>
      <vt:lpstr>SST Arabic</vt:lpstr>
      <vt:lpstr>6_Office Theme</vt:lpstr>
      <vt:lpstr>Office Theme [1787577115809]</vt:lpstr>
      <vt:lpstr>1_Office Theme [1787577115809]</vt:lpstr>
      <vt:lpstr>think-cell Slide</vt:lpstr>
      <vt:lpstr>PowerPoint Presentation</vt:lpstr>
      <vt:lpstr>PowerPoint Presentation</vt:lpstr>
      <vt:lpstr>PowerPoint Presentation</vt:lpstr>
      <vt:lpstr>البرامج التدريبية </vt:lpstr>
      <vt:lpstr>1.1 المنجزات</vt:lpstr>
      <vt:lpstr>البرامج التدريبية </vt:lpstr>
      <vt:lpstr>1.2 المخطط لشهر سبتمبر</vt:lpstr>
      <vt:lpstr>PowerPoint Presentation</vt:lpstr>
      <vt:lpstr>الجهود والمبادرات القائمة </vt:lpstr>
      <vt:lpstr>PowerPoint Presentation</vt:lpstr>
      <vt:lpstr>الجهود والمبادرات القائمة </vt:lpstr>
      <vt:lpstr>PowerPoint Presentation</vt:lpstr>
      <vt:lpstr>الجهود والمبادرات القائمة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تقرير سير الأعمال - رقم الاجتماع (1) - 2026</dc:title>
  <dc:creator>Abdullah A. Bin Jadid</dc:creator>
  <cp:lastModifiedBy>Bushra H. Alqahtani</cp:lastModifiedBy>
  <cp:revision>121</cp:revision>
  <dcterms:modified xsi:type="dcterms:W3CDTF">2026-09-02T08:18:17Z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0x0101005FE0D52C3C8F65469FEB3CF373959CC5</vt:lpwstr>
  </property>
  <property fmtid="{D5CDD505-2E9C-101B-9397-08002B2CF9AE}" pid="3" name="MediaServiceImageTags">
    <vt:lpwstr/>
  </property>
  <property fmtid="{D5CDD505-2E9C-101B-9397-08002B2CF9AE}" pid="4" name="SecloreClassification">
    <vt:lpwstr>{"Digital Government Authority PolicyServer (1a7ebbe3db99ca5051382e332a026aed8ec1d067)":{"ClassificationDisplayName":"Restricted","ClassificationMode":"ClassificationMode_UserDriven","LabelId":"10007","Version":"1"}}</vt:lpwstr>
  </property>
  <property fmtid="{D5CDD505-2E9C-101B-9397-08002B2CF9AE}" pid="5" name="SecloreClassificationDisplayName_1a7ebbe3db99ca5051382e332a026aed8ec1d067">
    <vt:lpwstr>Restricted</vt:lpwstr>
  </property>
  <property fmtid="{D5CDD505-2E9C-101B-9397-08002B2CF9AE}" pid="6" name="SecloreClassificationFooterTextValue">
    <vt:lpwstr>Restricted - مقيد</vt:lpwstr>
  </property>
  <property fmtid="{D5CDD505-2E9C-101B-9397-08002B2CF9AE}" pid="7" name="SecloreClassificationFooterColorHex">
    <vt:lpwstr>#f0c231</vt:lpwstr>
  </property>
  <property fmtid="{D5CDD505-2E9C-101B-9397-08002B2CF9AE}" pid="8" name="SecloreClassificationFooterFontSize">
    <vt:lpwstr>12</vt:lpwstr>
  </property>
  <property fmtid="{D5CDD505-2E9C-101B-9397-08002B2CF9AE}" pid="9" name="SecloreClassificationFooterAlignment">
    <vt:lpwstr>Center</vt:lpwstr>
  </property>
</Properties>
</file>